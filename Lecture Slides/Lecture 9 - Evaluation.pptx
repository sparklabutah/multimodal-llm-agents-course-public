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DM Serif Text"/>
      <p:regular r:id="rId54"/>
      <p:italic r:id="rId55"/>
    </p:embeddedFont>
    <p:embeddedFont>
      <p:font typeface="Quattrocento Sans"/>
      <p:regular r:id="rId56"/>
      <p:bold r:id="rId57"/>
      <p:italic r:id="rId58"/>
      <p:boldItalic r:id="rId59"/>
    </p:embeddedFont>
    <p:embeddedFont>
      <p:font typeface="Helvetica Neue"/>
      <p:regular r:id="rId60"/>
      <p:bold r:id="rId61"/>
      <p:italic r:id="rId62"/>
      <p:boldItalic r:id="rId63"/>
    </p:embeddedFont>
    <p:embeddedFont>
      <p:font typeface="DM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italic.fntdata"/><Relationship Id="rId61" Type="http://schemas.openxmlformats.org/officeDocument/2006/relationships/font" Target="fonts/HelveticaNeue-bold.fntdata"/><Relationship Id="rId20" Type="http://schemas.openxmlformats.org/officeDocument/2006/relationships/slide" Target="slides/slide14.xml"/><Relationship Id="rId64" Type="http://schemas.openxmlformats.org/officeDocument/2006/relationships/font" Target="fonts/DMSans-regular.fntdata"/><Relationship Id="rId63" Type="http://schemas.openxmlformats.org/officeDocument/2006/relationships/font" Target="fonts/HelveticaNeue-boldItalic.fntdata"/><Relationship Id="rId22" Type="http://schemas.openxmlformats.org/officeDocument/2006/relationships/slide" Target="slides/slide16.xml"/><Relationship Id="rId66" Type="http://schemas.openxmlformats.org/officeDocument/2006/relationships/font" Target="fonts/DMSans-italic.fntdata"/><Relationship Id="rId21" Type="http://schemas.openxmlformats.org/officeDocument/2006/relationships/slide" Target="slides/slide15.xml"/><Relationship Id="rId65" Type="http://schemas.openxmlformats.org/officeDocument/2006/relationships/font" Target="fonts/DMSans-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DMSans-boldItalic.fntdata"/><Relationship Id="rId60" Type="http://schemas.openxmlformats.org/officeDocument/2006/relationships/font" Target="fonts/HelveticaNeu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DMSerifText-italic.fntdata"/><Relationship Id="rId10" Type="http://schemas.openxmlformats.org/officeDocument/2006/relationships/slide" Target="slides/slide4.xml"/><Relationship Id="rId54" Type="http://schemas.openxmlformats.org/officeDocument/2006/relationships/font" Target="fonts/DMSerifText-regular.fntdata"/><Relationship Id="rId13" Type="http://schemas.openxmlformats.org/officeDocument/2006/relationships/slide" Target="slides/slide7.xml"/><Relationship Id="rId57" Type="http://schemas.openxmlformats.org/officeDocument/2006/relationships/font" Target="fonts/QuattrocentoSans-bold.fntdata"/><Relationship Id="rId12" Type="http://schemas.openxmlformats.org/officeDocument/2006/relationships/slide" Target="slides/slide6.xml"/><Relationship Id="rId56" Type="http://schemas.openxmlformats.org/officeDocument/2006/relationships/font" Target="fonts/QuattrocentoSans-regular.fntdata"/><Relationship Id="rId15" Type="http://schemas.openxmlformats.org/officeDocument/2006/relationships/slide" Target="slides/slide9.xml"/><Relationship Id="rId59" Type="http://schemas.openxmlformats.org/officeDocument/2006/relationships/font" Target="fonts/QuattrocentoSans-boldItalic.fntdata"/><Relationship Id="rId14" Type="http://schemas.openxmlformats.org/officeDocument/2006/relationships/slide" Target="slides/slide8.xml"/><Relationship Id="rId58" Type="http://schemas.openxmlformats.org/officeDocument/2006/relationships/font" Target="fonts/Quattrocento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34382cb93_0_1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834382cb93_0_161: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260c4f028_0_1: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183" name="Google Shape;183;g3b260c4f028_0_1: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184" name="Google Shape;184;g3b260c4f028_0_1: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b33c94545_0_75: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192" name="Google Shape;192;g3ab33c94545_0_75: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193" name="Google Shape;193;g3ab33c94545_0_75: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ab7aa726d_0_86: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200" name="Google Shape;200;g3bab7aa726d_0_86: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201" name="Google Shape;201;g3bab7aa726d_0_86: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93b25f46c_0_7: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211" name="Google Shape;211;g3c93b25f46c_0_7: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212" name="Google Shape;212;g3c93b25f46c_0_7: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93b25f46c_0_18: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223" name="Google Shape;223;g3c93b25f46c_0_18: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224" name="Google Shape;224;g3c93b25f46c_0_18: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93b25f46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93b25f46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93b25f46c_0_1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c93b25f46c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93b25f46c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c93b25f46c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c93b25f46c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c93b25f46c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93b25f46c_0_6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c93b25f46c_0_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93b25f46c_0_8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c93b25f46c_0_8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93b25f46c_0_8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c93b25f46c_0_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c93b25f46c_0_8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c93b25f46c_0_8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93b25f46c_0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93b25f46c_0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c93b25f46c_0_8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c93b25f46c_0_8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c93b25f46c_0_89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c93b25f46c_0_8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c93b25f46c_0_9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c93b25f46c_0_9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c93b25f46c_0_98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c93b25f46c_0_9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c93b25f46c_0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c93b25f46c_0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c93b25f46c_0_1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c93b25f46c_0_1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c93b25f46c_0_2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3c93b25f46c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c93b25f46c_0_30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c93b25f46c_0_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93b25f46c_0_11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c93b25f46c_0_1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93b25f46c_0_3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c93b25f46c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c93b25f46c_0_3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c93b25f46c_0_3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c93b25f46c_0_3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g3c93b25f46c_0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c93b25f46c_0_3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g3c93b25f46c_0_3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c93b25f46c_0_3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g3c93b25f46c_0_3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c93b25f46c_0_3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3c93b25f46c_0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c93b25f46c_0_38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3c93b25f46c_0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c93b25f46c_0_5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g3c93b25f46c_0_5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c93b25f46c_0_5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g3c93b25f46c_0_5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c93b25f46c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c93b25f46c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c93b25f46c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c93b25f46c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93b25f46c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c93b25f46c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c93b25f46c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c93b25f46c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c93b25f46c_0_1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c93b25f46c_0_1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c93b25f46c_0_1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c93b25f46c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c93b25f46c_0_1230: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637" name="Google Shape;637;g3c93b25f46c_0_1230: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638" name="Google Shape;638;g3c93b25f46c_0_1230: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c93b25f46c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c93b25f46c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c93b25f46c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c93b25f46c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c93b25f46c_0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c93b25f46c_0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c93b25f46c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c93b25f46c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c93b25f46c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c93b25f46c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89563f92427b8a6_334: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682" name="Google Shape;682;g389563f92427b8a6_334: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683" name="Google Shape;683;g389563f92427b8a6_334: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bad87534f3_0_1301: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690" name="Google Shape;690;g3bad87534f3_0_1301:notes"/>
          <p:cNvSpPr txBox="1"/>
          <p:nvPr>
            <p:ph idx="1" type="body"/>
          </p:nvPr>
        </p:nvSpPr>
        <p:spPr>
          <a:xfrm>
            <a:off x="685800" y="4400550"/>
            <a:ext cx="5486400" cy="36006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691" name="Google Shape;691;g3bad87534f3_0_1301:notes"/>
          <p:cNvSpPr txBox="1"/>
          <p:nvPr>
            <p:ph idx="12" type="sldNum"/>
          </p:nvPr>
        </p:nvSpPr>
        <p:spPr>
          <a:xfrm>
            <a:off x="3884613" y="8685213"/>
            <a:ext cx="2971800" cy="4590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1 Title &amp; Text">
  <p:cSld name="001 Title &amp; Text">
    <p:spTree>
      <p:nvGrpSpPr>
        <p:cNvPr id="50" name="Shape 50"/>
        <p:cNvGrpSpPr/>
        <p:nvPr/>
      </p:nvGrpSpPr>
      <p:grpSpPr>
        <a:xfrm>
          <a:off x="0" y="0"/>
          <a:ext cx="0" cy="0"/>
          <a:chOff x="0" y="0"/>
          <a:chExt cx="0" cy="0"/>
        </a:xfrm>
      </p:grpSpPr>
      <p:sp>
        <p:nvSpPr>
          <p:cNvPr id="51" name="Google Shape;51;p13"/>
          <p:cNvSpPr txBox="1"/>
          <p:nvPr>
            <p:ph type="title"/>
          </p:nvPr>
        </p:nvSpPr>
        <p:spPr>
          <a:xfrm>
            <a:off x="599050" y="278600"/>
            <a:ext cx="6583800" cy="701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1pPr>
            <a:lvl2pPr lvl="1">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2pPr>
            <a:lvl3pPr lvl="2">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3pPr>
            <a:lvl4pPr lvl="3">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4pPr>
            <a:lvl5pPr lvl="4">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5pPr>
            <a:lvl6pPr lvl="5">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6pPr>
            <a:lvl7pPr lvl="6">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7pPr>
            <a:lvl8pPr lvl="7">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8pPr>
            <a:lvl9pPr lvl="8">
              <a:lnSpc>
                <a:spcPct val="90000"/>
              </a:lnSpc>
              <a:spcBef>
                <a:spcPts val="0"/>
              </a:spcBef>
              <a:spcAft>
                <a:spcPts val="0"/>
              </a:spcAft>
              <a:buClr>
                <a:schemeClr val="dk1"/>
              </a:buClr>
              <a:buSzPts val="2200"/>
              <a:buFont typeface="DM Serif Text"/>
              <a:buNone/>
              <a:defRPr sz="2200">
                <a:solidFill>
                  <a:schemeClr val="dk1"/>
                </a:solidFill>
                <a:latin typeface="DM Serif Text"/>
                <a:ea typeface="DM Serif Text"/>
                <a:cs typeface="DM Serif Text"/>
                <a:sym typeface="DM Serif Text"/>
              </a:defRPr>
            </a:lvl9pPr>
          </a:lstStyle>
          <a:p/>
        </p:txBody>
      </p:sp>
      <p:sp>
        <p:nvSpPr>
          <p:cNvPr id="52" name="Google Shape;52;p13"/>
          <p:cNvSpPr txBox="1"/>
          <p:nvPr>
            <p:ph idx="1" type="body"/>
          </p:nvPr>
        </p:nvSpPr>
        <p:spPr>
          <a:xfrm>
            <a:off x="606750" y="1028063"/>
            <a:ext cx="7938300" cy="34617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dk2"/>
              </a:buClr>
              <a:buSzPts val="900"/>
              <a:buFont typeface="DM Sans"/>
              <a:buChar char="●"/>
              <a:defRPr sz="1200">
                <a:solidFill>
                  <a:schemeClr val="dk2"/>
                </a:solidFill>
                <a:latin typeface="DM Sans"/>
                <a:ea typeface="DM Sans"/>
                <a:cs typeface="DM Sans"/>
                <a:sym typeface="DM Sans"/>
              </a:defRPr>
            </a:lvl1pPr>
            <a:lvl2pPr indent="-285750" lvl="1" marL="9144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2pPr>
            <a:lvl3pPr indent="-285750" lvl="2" marL="13716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3pPr>
            <a:lvl4pPr indent="-285750" lvl="3" marL="18288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4pPr>
            <a:lvl5pPr indent="-285750" lvl="4" marL="22860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5pPr>
            <a:lvl6pPr indent="-285750" lvl="5" marL="27432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6pPr>
            <a:lvl7pPr indent="-285750" lvl="6" marL="32004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7pPr>
            <a:lvl8pPr indent="-285750" lvl="7" marL="3657600" algn="l">
              <a:lnSpc>
                <a:spcPct val="11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8pPr>
            <a:lvl9pPr indent="-285750" lvl="8" marL="4114800" algn="l">
              <a:lnSpc>
                <a:spcPct val="115000"/>
              </a:lnSpc>
              <a:spcBef>
                <a:spcPts val="500"/>
              </a:spcBef>
              <a:spcAft>
                <a:spcPts val="500"/>
              </a:spcAft>
              <a:buClr>
                <a:schemeClr val="dk2"/>
              </a:buClr>
              <a:buSzPts val="900"/>
              <a:buFont typeface="DM Sans"/>
              <a:buChar char="■"/>
              <a:defRPr sz="1200">
                <a:solidFill>
                  <a:schemeClr val="dk2"/>
                </a:solidFill>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Title &amp; Text 1">
  <p:cSld name="01 Title &amp; Text 1">
    <p:spTree>
      <p:nvGrpSpPr>
        <p:cNvPr id="53" name="Shape 53"/>
        <p:cNvGrpSpPr/>
        <p:nvPr/>
      </p:nvGrpSpPr>
      <p:grpSpPr>
        <a:xfrm>
          <a:off x="0" y="0"/>
          <a:ext cx="0" cy="0"/>
          <a:chOff x="0" y="0"/>
          <a:chExt cx="0" cy="0"/>
        </a:xfrm>
      </p:grpSpPr>
      <p:sp>
        <p:nvSpPr>
          <p:cNvPr id="54" name="Google Shape;54;p14"/>
          <p:cNvSpPr txBox="1"/>
          <p:nvPr>
            <p:ph type="title"/>
          </p:nvPr>
        </p:nvSpPr>
        <p:spPr>
          <a:xfrm>
            <a:off x="599050" y="278588"/>
            <a:ext cx="5902200" cy="7017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1pPr>
            <a:lvl2pPr lvl="1"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2pPr>
            <a:lvl3pPr lvl="2"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3pPr>
            <a:lvl4pPr lvl="3"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4pPr>
            <a:lvl5pPr lvl="4"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5pPr>
            <a:lvl6pPr lvl="5"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6pPr>
            <a:lvl7pPr lvl="6"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7pPr>
            <a:lvl8pPr lvl="7"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8pPr>
            <a:lvl9pPr lvl="8" marR="0" algn="l">
              <a:lnSpc>
                <a:spcPct val="90000"/>
              </a:lnSpc>
              <a:spcBef>
                <a:spcPts val="0"/>
              </a:spcBef>
              <a:spcAft>
                <a:spcPts val="0"/>
              </a:spcAft>
              <a:buClr>
                <a:srgbClr val="000000"/>
              </a:buClr>
              <a:buSzPts val="1700"/>
              <a:buFont typeface="Arial"/>
              <a:buNone/>
              <a:defRPr b="0" i="0" sz="2200" u="none" cap="none" strike="noStrike">
                <a:solidFill>
                  <a:schemeClr val="dk1"/>
                </a:solidFill>
                <a:latin typeface="DM Serif Text"/>
                <a:ea typeface="DM Serif Text"/>
                <a:cs typeface="DM Serif Text"/>
                <a:sym typeface="DM Serif Text"/>
              </a:defRPr>
            </a:lvl9pPr>
          </a:lstStyle>
          <a:p/>
        </p:txBody>
      </p:sp>
      <p:sp>
        <p:nvSpPr>
          <p:cNvPr id="55" name="Google Shape;55;p14"/>
          <p:cNvSpPr txBox="1"/>
          <p:nvPr>
            <p:ph idx="1" type="body"/>
          </p:nvPr>
        </p:nvSpPr>
        <p:spPr>
          <a:xfrm>
            <a:off x="606750" y="1028063"/>
            <a:ext cx="7938300" cy="3461700"/>
          </a:xfrm>
          <a:prstGeom prst="rect">
            <a:avLst/>
          </a:prstGeom>
          <a:noFill/>
          <a:ln>
            <a:noFill/>
          </a:ln>
        </p:spPr>
        <p:txBody>
          <a:bodyPr anchorCtr="0" anchor="t" bIns="0" lIns="0" spcFirstLastPara="1" rIns="0" wrap="square" tIns="0">
            <a:noAutofit/>
          </a:bodyPr>
          <a:lstStyle>
            <a:lvl1pPr indent="-285750" lvl="0" marL="457200" algn="l">
              <a:lnSpc>
                <a:spcPct val="125000"/>
              </a:lnSpc>
              <a:spcBef>
                <a:spcPts val="0"/>
              </a:spcBef>
              <a:spcAft>
                <a:spcPts val="0"/>
              </a:spcAft>
              <a:buClr>
                <a:schemeClr val="dk2"/>
              </a:buClr>
              <a:buSzPts val="900"/>
              <a:buFont typeface="DM Sans"/>
              <a:buChar char="●"/>
              <a:defRPr sz="1200">
                <a:solidFill>
                  <a:schemeClr val="dk2"/>
                </a:solidFill>
                <a:latin typeface="DM Sans"/>
                <a:ea typeface="DM Sans"/>
                <a:cs typeface="DM Sans"/>
                <a:sym typeface="DM Sans"/>
              </a:defRPr>
            </a:lvl1pPr>
            <a:lvl2pPr indent="-285750" lvl="1" marL="9144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2pPr>
            <a:lvl3pPr indent="-285750" lvl="2" marL="13716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3pPr>
            <a:lvl4pPr indent="-285750" lvl="3" marL="18288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4pPr>
            <a:lvl5pPr indent="-285750" lvl="4" marL="22860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5pPr>
            <a:lvl6pPr indent="-285750" lvl="5" marL="27432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6pPr>
            <a:lvl7pPr indent="-285750" lvl="6" marL="32004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7pPr>
            <a:lvl8pPr indent="-285750" lvl="7" marL="3657600" algn="l">
              <a:lnSpc>
                <a:spcPct val="125000"/>
              </a:lnSpc>
              <a:spcBef>
                <a:spcPts val="500"/>
              </a:spcBef>
              <a:spcAft>
                <a:spcPts val="0"/>
              </a:spcAft>
              <a:buClr>
                <a:schemeClr val="dk2"/>
              </a:buClr>
              <a:buSzPts val="900"/>
              <a:buFont typeface="DM Sans"/>
              <a:buChar char="○"/>
              <a:defRPr sz="1200">
                <a:solidFill>
                  <a:schemeClr val="dk2"/>
                </a:solidFill>
                <a:latin typeface="DM Sans"/>
                <a:ea typeface="DM Sans"/>
                <a:cs typeface="DM Sans"/>
                <a:sym typeface="DM Sans"/>
              </a:defRPr>
            </a:lvl8pPr>
            <a:lvl9pPr indent="-285750" lvl="8" marL="4114800" algn="l">
              <a:lnSpc>
                <a:spcPct val="125000"/>
              </a:lnSpc>
              <a:spcBef>
                <a:spcPts val="500"/>
              </a:spcBef>
              <a:spcAft>
                <a:spcPts val="500"/>
              </a:spcAft>
              <a:buClr>
                <a:schemeClr val="dk2"/>
              </a:buClr>
              <a:buSzPts val="900"/>
              <a:buFont typeface="DM Sans"/>
              <a:buChar char="■"/>
              <a:defRPr sz="1200">
                <a:solidFill>
                  <a:schemeClr val="dk2"/>
                </a:solidFill>
                <a:latin typeface="DM Sans"/>
                <a:ea typeface="DM Sans"/>
                <a:cs typeface="DM Sans"/>
                <a:sym typeface="DM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258024" y="224372"/>
            <a:ext cx="8725200" cy="5163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B3112C"/>
              </a:buClr>
              <a:buSzPts val="3600"/>
              <a:buFont typeface="Arial"/>
              <a:buNone/>
              <a:defRPr>
                <a:solidFill>
                  <a:srgbClr val="B3112C"/>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5"/>
          <p:cNvSpPr txBox="1"/>
          <p:nvPr>
            <p:ph idx="1" type="body"/>
          </p:nvPr>
        </p:nvSpPr>
        <p:spPr>
          <a:xfrm>
            <a:off x="258024" y="832757"/>
            <a:ext cx="8725200" cy="4022100"/>
          </a:xfrm>
          <a:prstGeom prst="rect">
            <a:avLst/>
          </a:prstGeom>
          <a:noFill/>
          <a:ln>
            <a:noFill/>
          </a:ln>
        </p:spPr>
        <p:txBody>
          <a:bodyPr anchorCtr="0" anchor="t" bIns="34275" lIns="0" spcFirstLastPara="1" rIns="0" wrap="square" tIns="34275">
            <a:normAutofit/>
          </a:bodyPr>
          <a:lstStyle>
            <a:lvl1pPr indent="-323850" lvl="0" marL="457200" algn="l">
              <a:lnSpc>
                <a:spcPct val="90000"/>
              </a:lnSpc>
              <a:spcBef>
                <a:spcPts val="900"/>
              </a:spcBef>
              <a:spcAft>
                <a:spcPts val="0"/>
              </a:spcAft>
              <a:buClr>
                <a:srgbClr val="A10B30"/>
              </a:buClr>
              <a:buSzPts val="1500"/>
              <a:buFont typeface="Arial"/>
              <a:buChar char="•"/>
              <a:defRPr/>
            </a:lvl1pPr>
            <a:lvl2pPr indent="-317500" lvl="1" marL="914400" algn="l">
              <a:lnSpc>
                <a:spcPct val="90000"/>
              </a:lnSpc>
              <a:spcBef>
                <a:spcPts val="200"/>
              </a:spcBef>
              <a:spcAft>
                <a:spcPts val="0"/>
              </a:spcAft>
              <a:buClr>
                <a:srgbClr val="A10B30"/>
              </a:buClr>
              <a:buSzPts val="1400"/>
              <a:buFont typeface="Arial"/>
              <a:buChar char="•"/>
              <a:defRPr/>
            </a:lvl2pPr>
            <a:lvl3pPr indent="-298450" lvl="2" marL="1371600" algn="l">
              <a:lnSpc>
                <a:spcPct val="90000"/>
              </a:lnSpc>
              <a:spcBef>
                <a:spcPts val="300"/>
              </a:spcBef>
              <a:spcAft>
                <a:spcPts val="0"/>
              </a:spcAft>
              <a:buClr>
                <a:srgbClr val="A10B30"/>
              </a:buClr>
              <a:buSzPts val="1100"/>
              <a:buFont typeface="Arial"/>
              <a:buChar char="•"/>
              <a:defRPr/>
            </a:lvl3pPr>
            <a:lvl4pPr indent="-298450" lvl="3" marL="1828800" algn="l">
              <a:lnSpc>
                <a:spcPct val="90000"/>
              </a:lnSpc>
              <a:spcBef>
                <a:spcPts val="300"/>
              </a:spcBef>
              <a:spcAft>
                <a:spcPts val="0"/>
              </a:spcAft>
              <a:buClr>
                <a:srgbClr val="A10B30"/>
              </a:buClr>
              <a:buSzPts val="1100"/>
              <a:buFont typeface="Arial"/>
              <a:buChar char="•"/>
              <a:defRPr/>
            </a:lvl4pPr>
            <a:lvl5pPr indent="-298450" lvl="4" marL="2286000" algn="l">
              <a:lnSpc>
                <a:spcPct val="90000"/>
              </a:lnSpc>
              <a:spcBef>
                <a:spcPts val="300"/>
              </a:spcBef>
              <a:spcAft>
                <a:spcPts val="0"/>
              </a:spcAft>
              <a:buClr>
                <a:srgbClr val="A10B30"/>
              </a:buClr>
              <a:buSzPts val="1100"/>
              <a:buFont typeface="Arial"/>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59" name="Google Shape;59;p15"/>
          <p:cNvSpPr/>
          <p:nvPr/>
        </p:nvSpPr>
        <p:spPr>
          <a:xfrm>
            <a:off x="0" y="4953363"/>
            <a:ext cx="9145800" cy="190200"/>
          </a:xfrm>
          <a:prstGeom prst="rect">
            <a:avLst/>
          </a:prstGeom>
          <a:solidFill>
            <a:srgbClr val="C4123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60" name="Google Shape;60;p15"/>
          <p:cNvSpPr txBox="1"/>
          <p:nvPr/>
        </p:nvSpPr>
        <p:spPr>
          <a:xfrm>
            <a:off x="82550" y="4953363"/>
            <a:ext cx="4363800" cy="165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1" sz="600" cap="none">
              <a:solidFill>
                <a:srgbClr val="FFFFFF"/>
              </a:solidFill>
              <a:latin typeface="Arial"/>
              <a:ea typeface="Arial"/>
              <a:cs typeface="Arial"/>
              <a:sym typeface="Arial"/>
            </a:endParaRPr>
          </a:p>
        </p:txBody>
      </p:sp>
      <p:sp>
        <p:nvSpPr>
          <p:cNvPr id="61" name="Google Shape;61;p15"/>
          <p:cNvSpPr txBox="1"/>
          <p:nvPr>
            <p:ph idx="11" type="ftr"/>
          </p:nvPr>
        </p:nvSpPr>
        <p:spPr>
          <a:xfrm>
            <a:off x="82549" y="4953363"/>
            <a:ext cx="4668000" cy="1902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1" sz="800">
                <a:solidFill>
                  <a:schemeClr val="lt1"/>
                </a:solidFill>
                <a:latin typeface="Arial"/>
                <a:ea typeface="Arial"/>
                <a:cs typeface="Arial"/>
                <a:sym typeface="Aria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2" name="Google Shape;62;p15"/>
          <p:cNvSpPr txBox="1"/>
          <p:nvPr>
            <p:ph idx="12" type="sldNum"/>
          </p:nvPr>
        </p:nvSpPr>
        <p:spPr>
          <a:xfrm>
            <a:off x="7004050" y="4965770"/>
            <a:ext cx="2057400" cy="165300"/>
          </a:xfrm>
          <a:prstGeom prst="rect">
            <a:avLst/>
          </a:prstGeom>
          <a:noFill/>
          <a:ln>
            <a:noFill/>
          </a:ln>
        </p:spPr>
        <p:txBody>
          <a:bodyPr anchorCtr="0" anchor="ctr" bIns="34275" lIns="68575" spcFirstLastPara="1" rIns="68575" wrap="square" tIns="34275">
            <a:normAutofit fontScale="92500" lnSpcReduction="20000"/>
          </a:bodyPr>
          <a:lstStyle>
            <a:lvl1pPr indent="0" lvl="0" marL="0" algn="r">
              <a:spcBef>
                <a:spcPts val="0"/>
              </a:spcBef>
              <a:buNone/>
              <a:defRPr b="1" sz="800">
                <a:solidFill>
                  <a:schemeClr val="lt1"/>
                </a:solidFill>
                <a:latin typeface="Arial"/>
                <a:ea typeface="Arial"/>
                <a:cs typeface="Arial"/>
                <a:sym typeface="Arial"/>
              </a:defRPr>
            </a:lvl1pPr>
            <a:lvl2pPr indent="0" lvl="1" marL="0" algn="r">
              <a:spcBef>
                <a:spcPts val="0"/>
              </a:spcBef>
              <a:buNone/>
              <a:defRPr b="1" sz="800">
                <a:solidFill>
                  <a:schemeClr val="lt1"/>
                </a:solidFill>
                <a:latin typeface="Arial"/>
                <a:ea typeface="Arial"/>
                <a:cs typeface="Arial"/>
                <a:sym typeface="Arial"/>
              </a:defRPr>
            </a:lvl2pPr>
            <a:lvl3pPr indent="0" lvl="2" marL="0" algn="r">
              <a:spcBef>
                <a:spcPts val="0"/>
              </a:spcBef>
              <a:buNone/>
              <a:defRPr b="1" sz="800">
                <a:solidFill>
                  <a:schemeClr val="lt1"/>
                </a:solidFill>
                <a:latin typeface="Arial"/>
                <a:ea typeface="Arial"/>
                <a:cs typeface="Arial"/>
                <a:sym typeface="Arial"/>
              </a:defRPr>
            </a:lvl3pPr>
            <a:lvl4pPr indent="0" lvl="3" marL="0" algn="r">
              <a:spcBef>
                <a:spcPts val="0"/>
              </a:spcBef>
              <a:buNone/>
              <a:defRPr b="1" sz="800">
                <a:solidFill>
                  <a:schemeClr val="lt1"/>
                </a:solidFill>
                <a:latin typeface="Arial"/>
                <a:ea typeface="Arial"/>
                <a:cs typeface="Arial"/>
                <a:sym typeface="Arial"/>
              </a:defRPr>
            </a:lvl4pPr>
            <a:lvl5pPr indent="0" lvl="4" marL="0" algn="r">
              <a:spcBef>
                <a:spcPts val="0"/>
              </a:spcBef>
              <a:buNone/>
              <a:defRPr b="1" sz="800">
                <a:solidFill>
                  <a:schemeClr val="lt1"/>
                </a:solidFill>
                <a:latin typeface="Arial"/>
                <a:ea typeface="Arial"/>
                <a:cs typeface="Arial"/>
                <a:sym typeface="Arial"/>
              </a:defRPr>
            </a:lvl5pPr>
            <a:lvl6pPr indent="0" lvl="5" marL="0" algn="r">
              <a:spcBef>
                <a:spcPts val="0"/>
              </a:spcBef>
              <a:buNone/>
              <a:defRPr b="1" sz="800">
                <a:solidFill>
                  <a:schemeClr val="lt1"/>
                </a:solidFill>
                <a:latin typeface="Arial"/>
                <a:ea typeface="Arial"/>
                <a:cs typeface="Arial"/>
                <a:sym typeface="Arial"/>
              </a:defRPr>
            </a:lvl6pPr>
            <a:lvl7pPr indent="0" lvl="6" marL="0" algn="r">
              <a:spcBef>
                <a:spcPts val="0"/>
              </a:spcBef>
              <a:buNone/>
              <a:defRPr b="1" sz="800">
                <a:solidFill>
                  <a:schemeClr val="lt1"/>
                </a:solidFill>
                <a:latin typeface="Arial"/>
                <a:ea typeface="Arial"/>
                <a:cs typeface="Arial"/>
                <a:sym typeface="Arial"/>
              </a:defRPr>
            </a:lvl7pPr>
            <a:lvl8pPr indent="0" lvl="7" marL="0" algn="r">
              <a:spcBef>
                <a:spcPts val="0"/>
              </a:spcBef>
              <a:buNone/>
              <a:defRPr b="1" sz="800">
                <a:solidFill>
                  <a:schemeClr val="lt1"/>
                </a:solidFill>
                <a:latin typeface="Arial"/>
                <a:ea typeface="Arial"/>
                <a:cs typeface="Arial"/>
                <a:sym typeface="Arial"/>
              </a:defRPr>
            </a:lvl8pPr>
            <a:lvl9pPr indent="0" lvl="8" marL="0" algn="r">
              <a:spcBef>
                <a:spcPts val="0"/>
              </a:spcBef>
              <a:buNone/>
              <a:defRPr b="1" sz="800">
                <a:solidFill>
                  <a:schemeClr val="lt1"/>
                </a:solidFill>
                <a:latin typeface="Arial"/>
                <a:ea typeface="Arial"/>
                <a:cs typeface="Arial"/>
                <a:sym typeface="Arial"/>
              </a:defRPr>
            </a:lvl9pPr>
          </a:lstStyle>
          <a:p>
            <a:pPr indent="0" lvl="0" marL="0" rtl="0" algn="r">
              <a:spcBef>
                <a:spcPts val="0"/>
              </a:spcBef>
              <a:spcAft>
                <a:spcPts val="0"/>
              </a:spcAft>
              <a:buNone/>
            </a:pPr>
            <a:r>
              <a:rPr lang="en"/>
              <a:t>University of Utah          </a:t>
            </a:r>
            <a:fld id="{00000000-1234-1234-1234-123412341234}" type="slidenum">
              <a:rPr lang="en"/>
              <a:t>‹#›</a:t>
            </a:fld>
            <a:endParaRPr/>
          </a:p>
        </p:txBody>
      </p:sp>
      <p:sp>
        <p:nvSpPr>
          <p:cNvPr id="63" name="Google Shape;63;p15"/>
          <p:cNvSpPr/>
          <p:nvPr/>
        </p:nvSpPr>
        <p:spPr>
          <a:xfrm>
            <a:off x="0" y="203360"/>
            <a:ext cx="135900" cy="516300"/>
          </a:xfrm>
          <a:prstGeom prst="rect">
            <a:avLst/>
          </a:prstGeom>
          <a:solidFill>
            <a:srgbClr val="C4123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2" name="Shape 72"/>
        <p:cNvGrpSpPr/>
        <p:nvPr/>
      </p:nvGrpSpPr>
      <p:grpSpPr>
        <a:xfrm>
          <a:off x="0" y="0"/>
          <a:ext cx="0" cy="0"/>
          <a:chOff x="0" y="0"/>
          <a:chExt cx="0" cy="0"/>
        </a:xfrm>
      </p:grpSpPr>
      <p:sp>
        <p:nvSpPr>
          <p:cNvPr id="73" name="Google Shape;73;p17"/>
          <p:cNvSpPr txBox="1"/>
          <p:nvPr>
            <p:ph type="ctrTitle"/>
          </p:nvPr>
        </p:nvSpPr>
        <p:spPr>
          <a:xfrm>
            <a:off x="822960" y="569214"/>
            <a:ext cx="7543800" cy="267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Arial"/>
              <a:buNone/>
              <a:defRPr sz="6000">
                <a:solidFill>
                  <a:srgbClr val="262626"/>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subTitle"/>
          </p:nvPr>
        </p:nvSpPr>
        <p:spPr>
          <a:xfrm>
            <a:off x="825038" y="3341717"/>
            <a:ext cx="7543800" cy="857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900"/>
              </a:spcBef>
              <a:spcAft>
                <a:spcPts val="0"/>
              </a:spcAft>
              <a:buSzPts val="1800"/>
              <a:buNone/>
              <a:defRPr b="0" sz="1800" cap="none">
                <a:solidFill>
                  <a:srgbClr val="A10B30"/>
                </a:solidFill>
                <a:latin typeface="Arial"/>
                <a:ea typeface="Arial"/>
                <a:cs typeface="Arial"/>
                <a:sym typeface="Arial"/>
              </a:defRPr>
            </a:lvl1pPr>
            <a:lvl2pPr lvl="1" algn="ctr">
              <a:lnSpc>
                <a:spcPct val="90000"/>
              </a:lnSpc>
              <a:spcBef>
                <a:spcPts val="20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p:txBody>
      </p:sp>
      <p:cxnSp>
        <p:nvCxnSpPr>
          <p:cNvPr id="75" name="Google Shape;75;p17"/>
          <p:cNvCxnSpPr/>
          <p:nvPr/>
        </p:nvCxnSpPr>
        <p:spPr>
          <a:xfrm>
            <a:off x="905744" y="3257550"/>
            <a:ext cx="7406400" cy="0"/>
          </a:xfrm>
          <a:prstGeom prst="straightConnector1">
            <a:avLst/>
          </a:prstGeom>
          <a:noFill/>
          <a:ln cap="flat" cmpd="sng" w="7150">
            <a:solidFill>
              <a:srgbClr val="7F7F7F"/>
            </a:solidFill>
            <a:prstDash val="solid"/>
            <a:round/>
            <a:headEnd len="sm" w="sm" type="none"/>
            <a:tailEnd len="sm" w="sm" type="none"/>
          </a:ln>
        </p:spPr>
      </p:cxnSp>
      <p:sp>
        <p:nvSpPr>
          <p:cNvPr id="76" name="Google Shape;76;p17"/>
          <p:cNvSpPr/>
          <p:nvPr/>
        </p:nvSpPr>
        <p:spPr>
          <a:xfrm>
            <a:off x="0" y="4953363"/>
            <a:ext cx="9145800" cy="190200"/>
          </a:xfrm>
          <a:prstGeom prst="rect">
            <a:avLst/>
          </a:prstGeom>
          <a:solidFill>
            <a:srgbClr val="C4123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77" name="Google Shape;77;p17"/>
          <p:cNvSpPr txBox="1"/>
          <p:nvPr/>
        </p:nvSpPr>
        <p:spPr>
          <a:xfrm>
            <a:off x="82550" y="4953363"/>
            <a:ext cx="4363800" cy="165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1" sz="600" cap="none">
              <a:solidFill>
                <a:srgbClr val="FFFFFF"/>
              </a:solidFill>
              <a:latin typeface="Arial"/>
              <a:ea typeface="Arial"/>
              <a:cs typeface="Arial"/>
              <a:sym typeface="Arial"/>
            </a:endParaRPr>
          </a:p>
        </p:txBody>
      </p:sp>
      <p:sp>
        <p:nvSpPr>
          <p:cNvPr id="78" name="Google Shape;78;p17"/>
          <p:cNvSpPr txBox="1"/>
          <p:nvPr>
            <p:ph idx="11" type="ftr"/>
          </p:nvPr>
        </p:nvSpPr>
        <p:spPr>
          <a:xfrm>
            <a:off x="82549" y="4953363"/>
            <a:ext cx="4668000" cy="1902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1" sz="800">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2" type="sldNum"/>
          </p:nvPr>
        </p:nvSpPr>
        <p:spPr>
          <a:xfrm>
            <a:off x="7004050" y="4965770"/>
            <a:ext cx="2057400" cy="1653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1" sz="800">
                <a:solidFill>
                  <a:schemeClr val="lt1"/>
                </a:solidFill>
                <a:latin typeface="Arial"/>
                <a:ea typeface="Arial"/>
                <a:cs typeface="Arial"/>
                <a:sym typeface="Arial"/>
              </a:defRPr>
            </a:lvl1pPr>
            <a:lvl2pPr indent="0" lvl="1" marL="0" algn="r">
              <a:spcBef>
                <a:spcPts val="0"/>
              </a:spcBef>
              <a:buNone/>
              <a:defRPr b="1" sz="800">
                <a:solidFill>
                  <a:schemeClr val="lt1"/>
                </a:solidFill>
                <a:latin typeface="Arial"/>
                <a:ea typeface="Arial"/>
                <a:cs typeface="Arial"/>
                <a:sym typeface="Arial"/>
              </a:defRPr>
            </a:lvl2pPr>
            <a:lvl3pPr indent="0" lvl="2" marL="0" algn="r">
              <a:spcBef>
                <a:spcPts val="0"/>
              </a:spcBef>
              <a:buNone/>
              <a:defRPr b="1" sz="800">
                <a:solidFill>
                  <a:schemeClr val="lt1"/>
                </a:solidFill>
                <a:latin typeface="Arial"/>
                <a:ea typeface="Arial"/>
                <a:cs typeface="Arial"/>
                <a:sym typeface="Arial"/>
              </a:defRPr>
            </a:lvl3pPr>
            <a:lvl4pPr indent="0" lvl="3" marL="0" algn="r">
              <a:spcBef>
                <a:spcPts val="0"/>
              </a:spcBef>
              <a:buNone/>
              <a:defRPr b="1" sz="800">
                <a:solidFill>
                  <a:schemeClr val="lt1"/>
                </a:solidFill>
                <a:latin typeface="Arial"/>
                <a:ea typeface="Arial"/>
                <a:cs typeface="Arial"/>
                <a:sym typeface="Arial"/>
              </a:defRPr>
            </a:lvl4pPr>
            <a:lvl5pPr indent="0" lvl="4" marL="0" algn="r">
              <a:spcBef>
                <a:spcPts val="0"/>
              </a:spcBef>
              <a:buNone/>
              <a:defRPr b="1" sz="800">
                <a:solidFill>
                  <a:schemeClr val="lt1"/>
                </a:solidFill>
                <a:latin typeface="Arial"/>
                <a:ea typeface="Arial"/>
                <a:cs typeface="Arial"/>
                <a:sym typeface="Arial"/>
              </a:defRPr>
            </a:lvl5pPr>
            <a:lvl6pPr indent="0" lvl="5" marL="0" algn="r">
              <a:spcBef>
                <a:spcPts val="0"/>
              </a:spcBef>
              <a:buNone/>
              <a:defRPr b="1" sz="800">
                <a:solidFill>
                  <a:schemeClr val="lt1"/>
                </a:solidFill>
                <a:latin typeface="Arial"/>
                <a:ea typeface="Arial"/>
                <a:cs typeface="Arial"/>
                <a:sym typeface="Arial"/>
              </a:defRPr>
            </a:lvl6pPr>
            <a:lvl7pPr indent="0" lvl="6" marL="0" algn="r">
              <a:spcBef>
                <a:spcPts val="0"/>
              </a:spcBef>
              <a:buNone/>
              <a:defRPr b="1" sz="800">
                <a:solidFill>
                  <a:schemeClr val="lt1"/>
                </a:solidFill>
                <a:latin typeface="Arial"/>
                <a:ea typeface="Arial"/>
                <a:cs typeface="Arial"/>
                <a:sym typeface="Arial"/>
              </a:defRPr>
            </a:lvl7pPr>
            <a:lvl8pPr indent="0" lvl="7" marL="0" algn="r">
              <a:spcBef>
                <a:spcPts val="0"/>
              </a:spcBef>
              <a:buNone/>
              <a:defRPr b="1" sz="800">
                <a:solidFill>
                  <a:schemeClr val="lt1"/>
                </a:solidFill>
                <a:latin typeface="Arial"/>
                <a:ea typeface="Arial"/>
                <a:cs typeface="Arial"/>
                <a:sym typeface="Arial"/>
              </a:defRPr>
            </a:lvl8pPr>
            <a:lvl9pPr indent="0" lvl="8" marL="0" algn="r">
              <a:spcBef>
                <a:spcPts val="0"/>
              </a:spcBef>
              <a:buNone/>
              <a:defRPr b="1" sz="800">
                <a:solidFill>
                  <a:schemeClr val="lt1"/>
                </a:solidFill>
                <a:latin typeface="Arial"/>
                <a:ea typeface="Arial"/>
                <a:cs typeface="Arial"/>
                <a:sym typeface="Arial"/>
              </a:defRPr>
            </a:lvl9pPr>
          </a:lstStyle>
          <a:p>
            <a:pPr indent="0" lvl="0" marL="0" rtl="0" algn="r">
              <a:spcBef>
                <a:spcPts val="0"/>
              </a:spcBef>
              <a:spcAft>
                <a:spcPts val="0"/>
              </a:spcAft>
              <a:buNone/>
            </a:pPr>
            <a:r>
              <a:rPr lang="en"/>
              <a:t>University of Utah          </a:t>
            </a: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80" name="Shape 80"/>
        <p:cNvGrpSpPr/>
        <p:nvPr/>
      </p:nvGrpSpPr>
      <p:grpSpPr>
        <a:xfrm>
          <a:off x="0" y="0"/>
          <a:ext cx="0" cy="0"/>
          <a:chOff x="0" y="0"/>
          <a:chExt cx="0" cy="0"/>
        </a:xfrm>
      </p:grpSpPr>
      <p:sp>
        <p:nvSpPr>
          <p:cNvPr id="81" name="Google Shape;81;p18"/>
          <p:cNvSpPr txBox="1"/>
          <p:nvPr>
            <p:ph type="title"/>
          </p:nvPr>
        </p:nvSpPr>
        <p:spPr>
          <a:xfrm>
            <a:off x="258024" y="224372"/>
            <a:ext cx="8725200" cy="5163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B3112C"/>
              </a:buClr>
              <a:buSzPts val="3600"/>
              <a:buFont typeface="Arial"/>
              <a:buNone/>
              <a:defRPr>
                <a:solidFill>
                  <a:srgbClr val="B3112C"/>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8"/>
          <p:cNvSpPr txBox="1"/>
          <p:nvPr>
            <p:ph idx="1" type="body"/>
          </p:nvPr>
        </p:nvSpPr>
        <p:spPr>
          <a:xfrm>
            <a:off x="258024" y="832757"/>
            <a:ext cx="8725200" cy="4022100"/>
          </a:xfrm>
          <a:prstGeom prst="rect">
            <a:avLst/>
          </a:prstGeom>
          <a:noFill/>
          <a:ln>
            <a:noFill/>
          </a:ln>
        </p:spPr>
        <p:txBody>
          <a:bodyPr anchorCtr="0" anchor="t" bIns="34275" lIns="0" spcFirstLastPara="1" rIns="0" wrap="square" tIns="34275">
            <a:normAutofit/>
          </a:bodyPr>
          <a:lstStyle>
            <a:lvl1pPr indent="-323850" lvl="0" marL="457200" algn="l">
              <a:lnSpc>
                <a:spcPct val="90000"/>
              </a:lnSpc>
              <a:spcBef>
                <a:spcPts val="900"/>
              </a:spcBef>
              <a:spcAft>
                <a:spcPts val="0"/>
              </a:spcAft>
              <a:buClr>
                <a:srgbClr val="A10B30"/>
              </a:buClr>
              <a:buSzPts val="1500"/>
              <a:buFont typeface="Arial"/>
              <a:buChar char="•"/>
              <a:defRPr/>
            </a:lvl1pPr>
            <a:lvl2pPr indent="-317500" lvl="1" marL="914400" algn="l">
              <a:lnSpc>
                <a:spcPct val="90000"/>
              </a:lnSpc>
              <a:spcBef>
                <a:spcPts val="200"/>
              </a:spcBef>
              <a:spcAft>
                <a:spcPts val="0"/>
              </a:spcAft>
              <a:buClr>
                <a:srgbClr val="A10B30"/>
              </a:buClr>
              <a:buSzPts val="1400"/>
              <a:buFont typeface="Arial"/>
              <a:buChar char="•"/>
              <a:defRPr/>
            </a:lvl2pPr>
            <a:lvl3pPr indent="-298450" lvl="2" marL="1371600" algn="l">
              <a:lnSpc>
                <a:spcPct val="90000"/>
              </a:lnSpc>
              <a:spcBef>
                <a:spcPts val="300"/>
              </a:spcBef>
              <a:spcAft>
                <a:spcPts val="0"/>
              </a:spcAft>
              <a:buClr>
                <a:srgbClr val="A10B30"/>
              </a:buClr>
              <a:buSzPts val="1100"/>
              <a:buFont typeface="Arial"/>
              <a:buChar char="•"/>
              <a:defRPr/>
            </a:lvl3pPr>
            <a:lvl4pPr indent="-298450" lvl="3" marL="1828800" algn="l">
              <a:lnSpc>
                <a:spcPct val="90000"/>
              </a:lnSpc>
              <a:spcBef>
                <a:spcPts val="300"/>
              </a:spcBef>
              <a:spcAft>
                <a:spcPts val="0"/>
              </a:spcAft>
              <a:buClr>
                <a:srgbClr val="A10B30"/>
              </a:buClr>
              <a:buSzPts val="1100"/>
              <a:buFont typeface="Arial"/>
              <a:buChar char="•"/>
              <a:defRPr/>
            </a:lvl4pPr>
            <a:lvl5pPr indent="-298450" lvl="4" marL="2286000" algn="l">
              <a:lnSpc>
                <a:spcPct val="90000"/>
              </a:lnSpc>
              <a:spcBef>
                <a:spcPts val="300"/>
              </a:spcBef>
              <a:spcAft>
                <a:spcPts val="0"/>
              </a:spcAft>
              <a:buClr>
                <a:srgbClr val="A10B30"/>
              </a:buClr>
              <a:buSzPts val="1100"/>
              <a:buFont typeface="Arial"/>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83" name="Google Shape;83;p18"/>
          <p:cNvSpPr/>
          <p:nvPr/>
        </p:nvSpPr>
        <p:spPr>
          <a:xfrm>
            <a:off x="0" y="4953363"/>
            <a:ext cx="9145800" cy="190200"/>
          </a:xfrm>
          <a:prstGeom prst="rect">
            <a:avLst/>
          </a:prstGeom>
          <a:solidFill>
            <a:srgbClr val="C4123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84" name="Google Shape;84;p18"/>
          <p:cNvSpPr txBox="1"/>
          <p:nvPr/>
        </p:nvSpPr>
        <p:spPr>
          <a:xfrm>
            <a:off x="82550" y="4953363"/>
            <a:ext cx="4363800" cy="165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1" sz="600" cap="none">
              <a:solidFill>
                <a:srgbClr val="FFFFFF"/>
              </a:solidFill>
              <a:latin typeface="Arial"/>
              <a:ea typeface="Arial"/>
              <a:cs typeface="Arial"/>
              <a:sym typeface="Arial"/>
            </a:endParaRPr>
          </a:p>
        </p:txBody>
      </p:sp>
      <p:sp>
        <p:nvSpPr>
          <p:cNvPr id="85" name="Google Shape;85;p18"/>
          <p:cNvSpPr txBox="1"/>
          <p:nvPr>
            <p:ph idx="11" type="ftr"/>
          </p:nvPr>
        </p:nvSpPr>
        <p:spPr>
          <a:xfrm>
            <a:off x="82549" y="4953363"/>
            <a:ext cx="4668000" cy="1902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b="1" sz="800">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8"/>
          <p:cNvSpPr txBox="1"/>
          <p:nvPr>
            <p:ph idx="12" type="sldNum"/>
          </p:nvPr>
        </p:nvSpPr>
        <p:spPr>
          <a:xfrm>
            <a:off x="7004050" y="4965770"/>
            <a:ext cx="2057400" cy="1653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1" sz="800">
                <a:solidFill>
                  <a:schemeClr val="lt1"/>
                </a:solidFill>
                <a:latin typeface="Arial"/>
                <a:ea typeface="Arial"/>
                <a:cs typeface="Arial"/>
                <a:sym typeface="Arial"/>
              </a:defRPr>
            </a:lvl1pPr>
            <a:lvl2pPr indent="0" lvl="1" marL="0" algn="r">
              <a:spcBef>
                <a:spcPts val="0"/>
              </a:spcBef>
              <a:buNone/>
              <a:defRPr b="1" sz="800">
                <a:solidFill>
                  <a:schemeClr val="lt1"/>
                </a:solidFill>
                <a:latin typeface="Arial"/>
                <a:ea typeface="Arial"/>
                <a:cs typeface="Arial"/>
                <a:sym typeface="Arial"/>
              </a:defRPr>
            </a:lvl2pPr>
            <a:lvl3pPr indent="0" lvl="2" marL="0" algn="r">
              <a:spcBef>
                <a:spcPts val="0"/>
              </a:spcBef>
              <a:buNone/>
              <a:defRPr b="1" sz="800">
                <a:solidFill>
                  <a:schemeClr val="lt1"/>
                </a:solidFill>
                <a:latin typeface="Arial"/>
                <a:ea typeface="Arial"/>
                <a:cs typeface="Arial"/>
                <a:sym typeface="Arial"/>
              </a:defRPr>
            </a:lvl3pPr>
            <a:lvl4pPr indent="0" lvl="3" marL="0" algn="r">
              <a:spcBef>
                <a:spcPts val="0"/>
              </a:spcBef>
              <a:buNone/>
              <a:defRPr b="1" sz="800">
                <a:solidFill>
                  <a:schemeClr val="lt1"/>
                </a:solidFill>
                <a:latin typeface="Arial"/>
                <a:ea typeface="Arial"/>
                <a:cs typeface="Arial"/>
                <a:sym typeface="Arial"/>
              </a:defRPr>
            </a:lvl4pPr>
            <a:lvl5pPr indent="0" lvl="4" marL="0" algn="r">
              <a:spcBef>
                <a:spcPts val="0"/>
              </a:spcBef>
              <a:buNone/>
              <a:defRPr b="1" sz="800">
                <a:solidFill>
                  <a:schemeClr val="lt1"/>
                </a:solidFill>
                <a:latin typeface="Arial"/>
                <a:ea typeface="Arial"/>
                <a:cs typeface="Arial"/>
                <a:sym typeface="Arial"/>
              </a:defRPr>
            </a:lvl5pPr>
            <a:lvl6pPr indent="0" lvl="5" marL="0" algn="r">
              <a:spcBef>
                <a:spcPts val="0"/>
              </a:spcBef>
              <a:buNone/>
              <a:defRPr b="1" sz="800">
                <a:solidFill>
                  <a:schemeClr val="lt1"/>
                </a:solidFill>
                <a:latin typeface="Arial"/>
                <a:ea typeface="Arial"/>
                <a:cs typeface="Arial"/>
                <a:sym typeface="Arial"/>
              </a:defRPr>
            </a:lvl6pPr>
            <a:lvl7pPr indent="0" lvl="6" marL="0" algn="r">
              <a:spcBef>
                <a:spcPts val="0"/>
              </a:spcBef>
              <a:buNone/>
              <a:defRPr b="1" sz="800">
                <a:solidFill>
                  <a:schemeClr val="lt1"/>
                </a:solidFill>
                <a:latin typeface="Arial"/>
                <a:ea typeface="Arial"/>
                <a:cs typeface="Arial"/>
                <a:sym typeface="Arial"/>
              </a:defRPr>
            </a:lvl7pPr>
            <a:lvl8pPr indent="0" lvl="7" marL="0" algn="r">
              <a:spcBef>
                <a:spcPts val="0"/>
              </a:spcBef>
              <a:buNone/>
              <a:defRPr b="1" sz="800">
                <a:solidFill>
                  <a:schemeClr val="lt1"/>
                </a:solidFill>
                <a:latin typeface="Arial"/>
                <a:ea typeface="Arial"/>
                <a:cs typeface="Arial"/>
                <a:sym typeface="Arial"/>
              </a:defRPr>
            </a:lvl8pPr>
            <a:lvl9pPr indent="0" lvl="8" marL="0" algn="r">
              <a:spcBef>
                <a:spcPts val="0"/>
              </a:spcBef>
              <a:buNone/>
              <a:defRPr b="1" sz="800">
                <a:solidFill>
                  <a:schemeClr val="lt1"/>
                </a:solidFill>
                <a:latin typeface="Arial"/>
                <a:ea typeface="Arial"/>
                <a:cs typeface="Arial"/>
                <a:sym typeface="Arial"/>
              </a:defRPr>
            </a:lvl9pPr>
          </a:lstStyle>
          <a:p>
            <a:pPr indent="0" lvl="0" marL="0" rtl="0" algn="r">
              <a:spcBef>
                <a:spcPts val="0"/>
              </a:spcBef>
              <a:spcAft>
                <a:spcPts val="0"/>
              </a:spcAft>
              <a:buNone/>
            </a:pPr>
            <a:r>
              <a:rPr lang="en"/>
              <a:t>University of Utah          </a:t>
            </a:r>
            <a:fld id="{00000000-1234-1234-1234-123412341234}" type="slidenum">
              <a:rPr lang="en"/>
              <a:t>‹#›</a:t>
            </a:fld>
            <a:endParaRPr/>
          </a:p>
        </p:txBody>
      </p:sp>
      <p:sp>
        <p:nvSpPr>
          <p:cNvPr id="87" name="Google Shape;87;p18"/>
          <p:cNvSpPr/>
          <p:nvPr/>
        </p:nvSpPr>
        <p:spPr>
          <a:xfrm>
            <a:off x="0" y="203360"/>
            <a:ext cx="135900" cy="516300"/>
          </a:xfrm>
          <a:prstGeom prst="rect">
            <a:avLst/>
          </a:prstGeom>
          <a:solidFill>
            <a:srgbClr val="C4123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showMasterSp="0">
  <p:cSld name="1_Title and Content">
    <p:spTree>
      <p:nvGrpSpPr>
        <p:cNvPr id="88" name="Shape 88"/>
        <p:cNvGrpSpPr/>
        <p:nvPr/>
      </p:nvGrpSpPr>
      <p:grpSpPr>
        <a:xfrm>
          <a:off x="0" y="0"/>
          <a:ext cx="0" cy="0"/>
          <a:chOff x="0" y="0"/>
          <a:chExt cx="0" cy="0"/>
        </a:xfrm>
      </p:grpSpPr>
      <p:sp>
        <p:nvSpPr>
          <p:cNvPr id="89" name="Google Shape;89;p19"/>
          <p:cNvSpPr/>
          <p:nvPr/>
        </p:nvSpPr>
        <p:spPr>
          <a:xfrm>
            <a:off x="0" y="4953363"/>
            <a:ext cx="9145800" cy="190200"/>
          </a:xfrm>
          <a:prstGeom prst="rect">
            <a:avLst/>
          </a:prstGeom>
          <a:solidFill>
            <a:srgbClr val="C4123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90" name="Google Shape;90;p19"/>
          <p:cNvSpPr txBox="1"/>
          <p:nvPr/>
        </p:nvSpPr>
        <p:spPr>
          <a:xfrm>
            <a:off x="82550" y="4953363"/>
            <a:ext cx="4363800" cy="165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1" sz="600" cap="none">
              <a:solidFill>
                <a:srgbClr val="FFFFFF"/>
              </a:solidFill>
              <a:latin typeface="Arial"/>
              <a:ea typeface="Arial"/>
              <a:cs typeface="Arial"/>
              <a:sym typeface="Arial"/>
            </a:endParaRPr>
          </a:p>
        </p:txBody>
      </p:sp>
      <p:sp>
        <p:nvSpPr>
          <p:cNvPr id="91" name="Google Shape;91;p19"/>
          <p:cNvSpPr txBox="1"/>
          <p:nvPr>
            <p:ph idx="12" type="sldNum"/>
          </p:nvPr>
        </p:nvSpPr>
        <p:spPr>
          <a:xfrm>
            <a:off x="7004050" y="4965770"/>
            <a:ext cx="2057400" cy="1653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1" sz="800">
                <a:solidFill>
                  <a:schemeClr val="lt1"/>
                </a:solidFill>
                <a:latin typeface="Arial"/>
                <a:ea typeface="Arial"/>
                <a:cs typeface="Arial"/>
                <a:sym typeface="Arial"/>
              </a:defRPr>
            </a:lvl1pPr>
            <a:lvl2pPr indent="0" lvl="1" marL="0" algn="r">
              <a:spcBef>
                <a:spcPts val="0"/>
              </a:spcBef>
              <a:buNone/>
              <a:defRPr b="1" sz="800">
                <a:solidFill>
                  <a:schemeClr val="lt1"/>
                </a:solidFill>
                <a:latin typeface="Arial"/>
                <a:ea typeface="Arial"/>
                <a:cs typeface="Arial"/>
                <a:sym typeface="Arial"/>
              </a:defRPr>
            </a:lvl2pPr>
            <a:lvl3pPr indent="0" lvl="2" marL="0" algn="r">
              <a:spcBef>
                <a:spcPts val="0"/>
              </a:spcBef>
              <a:buNone/>
              <a:defRPr b="1" sz="800">
                <a:solidFill>
                  <a:schemeClr val="lt1"/>
                </a:solidFill>
                <a:latin typeface="Arial"/>
                <a:ea typeface="Arial"/>
                <a:cs typeface="Arial"/>
                <a:sym typeface="Arial"/>
              </a:defRPr>
            </a:lvl3pPr>
            <a:lvl4pPr indent="0" lvl="3" marL="0" algn="r">
              <a:spcBef>
                <a:spcPts val="0"/>
              </a:spcBef>
              <a:buNone/>
              <a:defRPr b="1" sz="800">
                <a:solidFill>
                  <a:schemeClr val="lt1"/>
                </a:solidFill>
                <a:latin typeface="Arial"/>
                <a:ea typeface="Arial"/>
                <a:cs typeface="Arial"/>
                <a:sym typeface="Arial"/>
              </a:defRPr>
            </a:lvl4pPr>
            <a:lvl5pPr indent="0" lvl="4" marL="0" algn="r">
              <a:spcBef>
                <a:spcPts val="0"/>
              </a:spcBef>
              <a:buNone/>
              <a:defRPr b="1" sz="800">
                <a:solidFill>
                  <a:schemeClr val="lt1"/>
                </a:solidFill>
                <a:latin typeface="Arial"/>
                <a:ea typeface="Arial"/>
                <a:cs typeface="Arial"/>
                <a:sym typeface="Arial"/>
              </a:defRPr>
            </a:lvl5pPr>
            <a:lvl6pPr indent="0" lvl="5" marL="0" algn="r">
              <a:spcBef>
                <a:spcPts val="0"/>
              </a:spcBef>
              <a:buNone/>
              <a:defRPr b="1" sz="800">
                <a:solidFill>
                  <a:schemeClr val="lt1"/>
                </a:solidFill>
                <a:latin typeface="Arial"/>
                <a:ea typeface="Arial"/>
                <a:cs typeface="Arial"/>
                <a:sym typeface="Arial"/>
              </a:defRPr>
            </a:lvl6pPr>
            <a:lvl7pPr indent="0" lvl="6" marL="0" algn="r">
              <a:spcBef>
                <a:spcPts val="0"/>
              </a:spcBef>
              <a:buNone/>
              <a:defRPr b="1" sz="800">
                <a:solidFill>
                  <a:schemeClr val="lt1"/>
                </a:solidFill>
                <a:latin typeface="Arial"/>
                <a:ea typeface="Arial"/>
                <a:cs typeface="Arial"/>
                <a:sym typeface="Arial"/>
              </a:defRPr>
            </a:lvl7pPr>
            <a:lvl8pPr indent="0" lvl="7" marL="0" algn="r">
              <a:spcBef>
                <a:spcPts val="0"/>
              </a:spcBef>
              <a:buNone/>
              <a:defRPr b="1" sz="800">
                <a:solidFill>
                  <a:schemeClr val="lt1"/>
                </a:solidFill>
                <a:latin typeface="Arial"/>
                <a:ea typeface="Arial"/>
                <a:cs typeface="Arial"/>
                <a:sym typeface="Arial"/>
              </a:defRPr>
            </a:lvl8pPr>
            <a:lvl9pPr indent="0" lvl="8" marL="0" algn="r">
              <a:spcBef>
                <a:spcPts val="0"/>
              </a:spcBef>
              <a:buNone/>
              <a:defRPr b="1" sz="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9"/>
          <p:cNvSpPr/>
          <p:nvPr/>
        </p:nvSpPr>
        <p:spPr>
          <a:xfrm>
            <a:off x="0" y="2000207"/>
            <a:ext cx="9144000" cy="651600"/>
          </a:xfrm>
          <a:prstGeom prst="rect">
            <a:avLst/>
          </a:prstGeom>
          <a:solidFill>
            <a:srgbClr val="C4123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imes New Roman"/>
              <a:ea typeface="Times New Roman"/>
              <a:cs typeface="Times New Roman"/>
              <a:sym typeface="Times New Roman"/>
            </a:endParaRPr>
          </a:p>
        </p:txBody>
      </p:sp>
      <p:sp>
        <p:nvSpPr>
          <p:cNvPr id="93" name="Google Shape;93;p19"/>
          <p:cNvSpPr txBox="1"/>
          <p:nvPr>
            <p:ph type="title"/>
          </p:nvPr>
        </p:nvSpPr>
        <p:spPr>
          <a:xfrm>
            <a:off x="3068832" y="2025717"/>
            <a:ext cx="3006300" cy="600600"/>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0" y="-19050"/>
            <a:ext cx="91440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SzPts val="36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96" name="Google Shape;96;p20"/>
          <p:cNvSpPr txBox="1"/>
          <p:nvPr>
            <p:ph idx="10" type="dt"/>
          </p:nvPr>
        </p:nvSpPr>
        <p:spPr>
          <a:xfrm>
            <a:off x="342900" y="4683919"/>
            <a:ext cx="1600200" cy="3573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97" name="Google Shape;97;p20"/>
          <p:cNvSpPr txBox="1"/>
          <p:nvPr>
            <p:ph idx="11" type="ftr"/>
          </p:nvPr>
        </p:nvSpPr>
        <p:spPr>
          <a:xfrm>
            <a:off x="2343150" y="4683919"/>
            <a:ext cx="2171700" cy="3573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4900" y="4683919"/>
            <a:ext cx="1600200" cy="357300"/>
          </a:xfrm>
          <a:prstGeom prst="rect">
            <a:avLst/>
          </a:prstGeom>
          <a:noFill/>
          <a:ln>
            <a:noFill/>
          </a:ln>
        </p:spPr>
        <p:txBody>
          <a:bodyPr anchorCtr="0" anchor="t" bIns="34275" lIns="68575" spcFirstLastPara="1" rIns="68575" wrap="square" tIns="34275">
            <a:noAutofit/>
          </a:bodyPr>
          <a:lstStyle>
            <a:lvl1pPr indent="0" lvl="0" marL="0" marR="0" algn="r">
              <a:spcBef>
                <a:spcPts val="0"/>
              </a:spcBef>
              <a:spcAft>
                <a:spcPts val="0"/>
              </a:spcAft>
              <a:buNone/>
              <a:defRPr b="0" i="0" sz="11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1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1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1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1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1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1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1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99" name="Shape 99"/>
        <p:cNvGrpSpPr/>
        <p:nvPr/>
      </p:nvGrpSpPr>
      <p:grpSpPr>
        <a:xfrm>
          <a:off x="0" y="0"/>
          <a:ext cx="0" cy="0"/>
          <a:chOff x="0" y="0"/>
          <a:chExt cx="0" cy="0"/>
        </a:xfrm>
      </p:grpSpPr>
      <p:sp>
        <p:nvSpPr>
          <p:cNvPr id="100" name="Google Shape;100;p21"/>
          <p:cNvSpPr txBox="1"/>
          <p:nvPr>
            <p:ph idx="12" type="sldNum"/>
          </p:nvPr>
        </p:nvSpPr>
        <p:spPr>
          <a:xfrm>
            <a:off x="8472458" y="4663217"/>
            <a:ext cx="548700" cy="987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01" name="Shape 101"/>
        <p:cNvGrpSpPr/>
        <p:nvPr/>
      </p:nvGrpSpPr>
      <p:grpSpPr>
        <a:xfrm>
          <a:off x="0" y="0"/>
          <a:ext cx="0" cy="0"/>
          <a:chOff x="0" y="0"/>
          <a:chExt cx="0" cy="0"/>
        </a:xfrm>
      </p:grpSpPr>
      <p:sp>
        <p:nvSpPr>
          <p:cNvPr id="102" name="Google Shape;102;p22"/>
          <p:cNvSpPr txBox="1"/>
          <p:nvPr>
            <p:ph idx="11" type="ftr"/>
          </p:nvPr>
        </p:nvSpPr>
        <p:spPr>
          <a:xfrm>
            <a:off x="3108960" y="4783455"/>
            <a:ext cx="2926200" cy="2076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2"/>
          <p:cNvSpPr txBox="1"/>
          <p:nvPr>
            <p:ph idx="10" type="dt"/>
          </p:nvPr>
        </p:nvSpPr>
        <p:spPr>
          <a:xfrm>
            <a:off x="457200" y="4783455"/>
            <a:ext cx="2103000" cy="207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2"/>
          <p:cNvSpPr txBox="1"/>
          <p:nvPr>
            <p:ph idx="12" type="sldNum"/>
          </p:nvPr>
        </p:nvSpPr>
        <p:spPr>
          <a:xfrm>
            <a:off x="8459071" y="4784927"/>
            <a:ext cx="205500" cy="109800"/>
          </a:xfrm>
          <a:prstGeom prst="rect">
            <a:avLst/>
          </a:prstGeom>
          <a:noFill/>
          <a:ln>
            <a:noFill/>
          </a:ln>
        </p:spPr>
        <p:txBody>
          <a:bodyPr anchorCtr="0" anchor="t" bIns="0" lIns="0" spcFirstLastPara="1" rIns="0" wrap="square" tIns="0">
            <a:spAutoFit/>
          </a:bodyPr>
          <a:lstStyle>
            <a:lvl1pPr indent="0" lvl="0"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1pPr>
            <a:lvl2pPr indent="0" lvl="1"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2pPr>
            <a:lvl3pPr indent="0" lvl="2"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3pPr>
            <a:lvl4pPr indent="0" lvl="3"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4pPr>
            <a:lvl5pPr indent="0" lvl="4"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5pPr>
            <a:lvl6pPr indent="0" lvl="5"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6pPr>
            <a:lvl7pPr indent="0" lvl="6"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7pPr>
            <a:lvl8pPr indent="0" lvl="7"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8pPr>
            <a:lvl9pPr indent="0" lvl="8" marL="15106" marR="0" algn="l">
              <a:lnSpc>
                <a:spcPct val="107994"/>
              </a:lnSpc>
              <a:spcBef>
                <a:spcPts val="0"/>
              </a:spcBef>
              <a:buNone/>
              <a:defRPr b="0" i="0" sz="713" u="none" cap="none" strike="noStrike">
                <a:solidFill>
                  <a:srgbClr val="888888"/>
                </a:solidFill>
                <a:latin typeface="Helvetica Neue"/>
                <a:ea typeface="Helvetica Neue"/>
                <a:cs typeface="Helvetica Neue"/>
                <a:sym typeface="Helvetica Neue"/>
              </a:defRPr>
            </a:lvl9pPr>
          </a:lstStyle>
          <a:p>
            <a:pPr indent="0" lvl="0" marL="15106"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p:spTree>
      <p:nvGrpSpPr>
        <p:cNvPr id="105" name="Shape 105"/>
        <p:cNvGrpSpPr/>
        <p:nvPr/>
      </p:nvGrpSpPr>
      <p:grpSpPr>
        <a:xfrm>
          <a:off x="0" y="0"/>
          <a:ext cx="0" cy="0"/>
          <a:chOff x="0" y="0"/>
          <a:chExt cx="0" cy="0"/>
        </a:xfrm>
      </p:grpSpPr>
      <p:sp>
        <p:nvSpPr>
          <p:cNvPr id="106" name="Google Shape;106;p23"/>
          <p:cNvSpPr txBox="1"/>
          <p:nvPr>
            <p:ph type="title"/>
          </p:nvPr>
        </p:nvSpPr>
        <p:spPr>
          <a:xfrm>
            <a:off x="142885" y="299493"/>
            <a:ext cx="8792700" cy="411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0" i="0" sz="2600">
                <a:solidFill>
                  <a:srgbClr val="1C2B33"/>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23"/>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09" name="Google Shape;109;p23"/>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lt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spTree>
      <p:nvGrpSpPr>
        <p:cNvPr id="110" name="Shape 110"/>
        <p:cNvGrpSpPr/>
        <p:nvPr/>
      </p:nvGrpSpPr>
      <p:grpSpPr>
        <a:xfrm>
          <a:off x="0" y="0"/>
          <a:ext cx="0" cy="0"/>
          <a:chOff x="0" y="0"/>
          <a:chExt cx="0" cy="0"/>
        </a:xfrm>
      </p:grpSpPr>
      <p:sp>
        <p:nvSpPr>
          <p:cNvPr id="111" name="Google Shape;111;p24"/>
          <p:cNvSpPr txBox="1"/>
          <p:nvPr>
            <p:ph type="ctrTitle"/>
          </p:nvPr>
        </p:nvSpPr>
        <p:spPr>
          <a:xfrm>
            <a:off x="196160" y="299493"/>
            <a:ext cx="8751600" cy="411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0" i="0" sz="2600">
                <a:solidFill>
                  <a:srgbClr val="1C2B33"/>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4"/>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spcBef>
                <a:spcPts val="900"/>
              </a:spcBef>
              <a:spcAft>
                <a:spcPts val="0"/>
              </a:spcAft>
              <a:buSzPts val="1500"/>
              <a:buNone/>
              <a:defRPr b="0" i="0" sz="1600">
                <a:solidFill>
                  <a:schemeClr val="dk1"/>
                </a:solidFill>
                <a:latin typeface="Arial"/>
                <a:ea typeface="Arial"/>
                <a:cs typeface="Arial"/>
                <a:sym typeface="Arial"/>
              </a:defRPr>
            </a:lvl1pPr>
            <a:lvl2pPr lvl="1" algn="l">
              <a:spcBef>
                <a:spcPts val="200"/>
              </a:spcBef>
              <a:spcAft>
                <a:spcPts val="0"/>
              </a:spcAft>
              <a:buSzPts val="1400"/>
              <a:buNone/>
              <a:defRPr/>
            </a:lvl2pPr>
            <a:lvl3pPr lvl="2" algn="l">
              <a:spcBef>
                <a:spcPts val="300"/>
              </a:spcBef>
              <a:spcAft>
                <a:spcPts val="0"/>
              </a:spcAft>
              <a:buSzPts val="1100"/>
              <a:buNone/>
              <a:defRPr/>
            </a:lvl3pPr>
            <a:lvl4pPr lvl="3" algn="l">
              <a:spcBef>
                <a:spcPts val="300"/>
              </a:spcBef>
              <a:spcAft>
                <a:spcPts val="0"/>
              </a:spcAft>
              <a:buSzPts val="1100"/>
              <a:buNone/>
              <a:defRPr/>
            </a:lvl4pPr>
            <a:lvl5pPr lvl="4" algn="l">
              <a:spcBef>
                <a:spcPts val="300"/>
              </a:spcBef>
              <a:spcAft>
                <a:spcPts val="0"/>
              </a:spcAft>
              <a:buSzPts val="1100"/>
              <a:buNone/>
              <a:defRPr/>
            </a:lvl5pPr>
            <a:lvl6pPr lvl="5" algn="l">
              <a:spcBef>
                <a:spcPts val="300"/>
              </a:spcBef>
              <a:spcAft>
                <a:spcPts val="0"/>
              </a:spcAft>
              <a:buSzPts val="1100"/>
              <a:buNone/>
              <a:defRPr/>
            </a:lvl6pPr>
            <a:lvl7pPr lvl="6" algn="l">
              <a:spcBef>
                <a:spcPts val="300"/>
              </a:spcBef>
              <a:spcAft>
                <a:spcPts val="0"/>
              </a:spcAft>
              <a:buSzPts val="1100"/>
              <a:buNone/>
              <a:defRPr/>
            </a:lvl7pPr>
            <a:lvl8pPr lvl="7" algn="l">
              <a:spcBef>
                <a:spcPts val="300"/>
              </a:spcBef>
              <a:spcAft>
                <a:spcPts val="0"/>
              </a:spcAft>
              <a:buSzPts val="1100"/>
              <a:buNone/>
              <a:defRPr/>
            </a:lvl8pPr>
            <a:lvl9pPr lvl="8" algn="l">
              <a:spcBef>
                <a:spcPts val="300"/>
              </a:spcBef>
              <a:spcAft>
                <a:spcPts val="300"/>
              </a:spcAft>
              <a:buSzPts val="1100"/>
              <a:buNone/>
              <a:defRPr/>
            </a:lvl9pPr>
          </a:lstStyle>
          <a:p/>
        </p:txBody>
      </p:sp>
      <p:sp>
        <p:nvSpPr>
          <p:cNvPr id="113" name="Google Shape;113;p24"/>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15" name="Google Shape;115;p24"/>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lt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16" name="Shape 116"/>
        <p:cNvGrpSpPr/>
        <p:nvPr/>
      </p:nvGrpSpPr>
      <p:grpSpPr>
        <a:xfrm>
          <a:off x="0" y="0"/>
          <a:ext cx="0" cy="0"/>
          <a:chOff x="0" y="0"/>
          <a:chExt cx="0" cy="0"/>
        </a:xfrm>
      </p:grpSpPr>
      <p:pic>
        <p:nvPicPr>
          <p:cNvPr id="117" name="Google Shape;117;p25"/>
          <p:cNvPicPr preferRelativeResize="0"/>
          <p:nvPr/>
        </p:nvPicPr>
        <p:blipFill rotWithShape="1">
          <a:blip r:embed="rId2">
            <a:alphaModFix/>
          </a:blip>
          <a:srcRect b="0" l="0" r="0" t="0"/>
          <a:stretch/>
        </p:blipFill>
        <p:spPr>
          <a:xfrm>
            <a:off x="103231" y="1835888"/>
            <a:ext cx="4616887" cy="2160215"/>
          </a:xfrm>
          <a:prstGeom prst="rect">
            <a:avLst/>
          </a:prstGeom>
          <a:noFill/>
          <a:ln>
            <a:noFill/>
          </a:ln>
        </p:spPr>
      </p:pic>
      <p:pic>
        <p:nvPicPr>
          <p:cNvPr id="118" name="Google Shape;118;p25"/>
          <p:cNvPicPr preferRelativeResize="0"/>
          <p:nvPr/>
        </p:nvPicPr>
        <p:blipFill rotWithShape="1">
          <a:blip r:embed="rId3">
            <a:alphaModFix/>
          </a:blip>
          <a:srcRect b="0" l="0" r="0" t="0"/>
          <a:stretch/>
        </p:blipFill>
        <p:spPr>
          <a:xfrm>
            <a:off x="4834985" y="1887741"/>
            <a:ext cx="4174654" cy="2045021"/>
          </a:xfrm>
          <a:prstGeom prst="rect">
            <a:avLst/>
          </a:prstGeom>
          <a:noFill/>
          <a:ln>
            <a:noFill/>
          </a:ln>
        </p:spPr>
      </p:pic>
      <p:sp>
        <p:nvSpPr>
          <p:cNvPr id="119" name="Google Shape;119;p25"/>
          <p:cNvSpPr txBox="1"/>
          <p:nvPr>
            <p:ph type="title"/>
          </p:nvPr>
        </p:nvSpPr>
        <p:spPr>
          <a:xfrm>
            <a:off x="142885" y="299493"/>
            <a:ext cx="8792700" cy="411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0" i="0" sz="2600">
                <a:solidFill>
                  <a:srgbClr val="1C2B33"/>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5"/>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spcBef>
                <a:spcPts val="900"/>
              </a:spcBef>
              <a:spcAft>
                <a:spcPts val="0"/>
              </a:spcAft>
              <a:buSzPts val="1500"/>
              <a:buNone/>
              <a:defRPr/>
            </a:lvl1pPr>
            <a:lvl2pPr indent="-228600" lvl="1" marL="914400" algn="l">
              <a:spcBef>
                <a:spcPts val="200"/>
              </a:spcBef>
              <a:spcAft>
                <a:spcPts val="0"/>
              </a:spcAft>
              <a:buSzPts val="1400"/>
              <a:buNone/>
              <a:defRPr/>
            </a:lvl2pPr>
            <a:lvl3pPr indent="-228600" lvl="2" marL="1371600" algn="l">
              <a:spcBef>
                <a:spcPts val="300"/>
              </a:spcBef>
              <a:spcAft>
                <a:spcPts val="0"/>
              </a:spcAft>
              <a:buSzPts val="1100"/>
              <a:buNone/>
              <a:defRPr/>
            </a:lvl3pPr>
            <a:lvl4pPr indent="-228600" lvl="3" marL="1828800" algn="l">
              <a:spcBef>
                <a:spcPts val="300"/>
              </a:spcBef>
              <a:spcAft>
                <a:spcPts val="0"/>
              </a:spcAft>
              <a:buSzPts val="1100"/>
              <a:buNone/>
              <a:defRPr/>
            </a:lvl4pPr>
            <a:lvl5pPr indent="-228600" lvl="4" marL="2286000" algn="l">
              <a:spcBef>
                <a:spcPts val="300"/>
              </a:spcBef>
              <a:spcAft>
                <a:spcPts val="0"/>
              </a:spcAft>
              <a:buSzPts val="1100"/>
              <a:buNone/>
              <a:defRPr/>
            </a:lvl5pPr>
            <a:lvl6pPr indent="-228600" lvl="5" marL="2743200" algn="l">
              <a:spcBef>
                <a:spcPts val="300"/>
              </a:spcBef>
              <a:spcAft>
                <a:spcPts val="0"/>
              </a:spcAft>
              <a:buSzPts val="1100"/>
              <a:buNone/>
              <a:defRPr/>
            </a:lvl6pPr>
            <a:lvl7pPr indent="-228600" lvl="6" marL="3200400" algn="l">
              <a:spcBef>
                <a:spcPts val="300"/>
              </a:spcBef>
              <a:spcAft>
                <a:spcPts val="0"/>
              </a:spcAft>
              <a:buSzPts val="1100"/>
              <a:buNone/>
              <a:defRPr/>
            </a:lvl7pPr>
            <a:lvl8pPr indent="-228600" lvl="7" marL="3657600" algn="l">
              <a:spcBef>
                <a:spcPts val="300"/>
              </a:spcBef>
              <a:spcAft>
                <a:spcPts val="0"/>
              </a:spcAft>
              <a:buSzPts val="1100"/>
              <a:buNone/>
              <a:defRPr/>
            </a:lvl8pPr>
            <a:lvl9pPr indent="-228600" lvl="8" marL="4114800" algn="l">
              <a:spcBef>
                <a:spcPts val="300"/>
              </a:spcBef>
              <a:spcAft>
                <a:spcPts val="300"/>
              </a:spcAft>
              <a:buSzPts val="1100"/>
              <a:buNone/>
              <a:defRPr/>
            </a:lvl9pPr>
          </a:lstStyle>
          <a:p/>
        </p:txBody>
      </p:sp>
      <p:sp>
        <p:nvSpPr>
          <p:cNvPr id="121" name="Google Shape;121;p25"/>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spcBef>
                <a:spcPts val="900"/>
              </a:spcBef>
              <a:spcAft>
                <a:spcPts val="0"/>
              </a:spcAft>
              <a:buSzPts val="1500"/>
              <a:buNone/>
              <a:defRPr/>
            </a:lvl1pPr>
            <a:lvl2pPr indent="-228600" lvl="1" marL="914400" algn="l">
              <a:spcBef>
                <a:spcPts val="200"/>
              </a:spcBef>
              <a:spcAft>
                <a:spcPts val="0"/>
              </a:spcAft>
              <a:buSzPts val="1400"/>
              <a:buNone/>
              <a:defRPr/>
            </a:lvl2pPr>
            <a:lvl3pPr indent="-228600" lvl="2" marL="1371600" algn="l">
              <a:spcBef>
                <a:spcPts val="300"/>
              </a:spcBef>
              <a:spcAft>
                <a:spcPts val="0"/>
              </a:spcAft>
              <a:buSzPts val="1100"/>
              <a:buNone/>
              <a:defRPr/>
            </a:lvl3pPr>
            <a:lvl4pPr indent="-228600" lvl="3" marL="1828800" algn="l">
              <a:spcBef>
                <a:spcPts val="300"/>
              </a:spcBef>
              <a:spcAft>
                <a:spcPts val="0"/>
              </a:spcAft>
              <a:buSzPts val="1100"/>
              <a:buNone/>
              <a:defRPr/>
            </a:lvl4pPr>
            <a:lvl5pPr indent="-228600" lvl="4" marL="2286000" algn="l">
              <a:spcBef>
                <a:spcPts val="300"/>
              </a:spcBef>
              <a:spcAft>
                <a:spcPts val="0"/>
              </a:spcAft>
              <a:buSzPts val="1100"/>
              <a:buNone/>
              <a:defRPr/>
            </a:lvl5pPr>
            <a:lvl6pPr indent="-228600" lvl="5" marL="2743200" algn="l">
              <a:spcBef>
                <a:spcPts val="300"/>
              </a:spcBef>
              <a:spcAft>
                <a:spcPts val="0"/>
              </a:spcAft>
              <a:buSzPts val="1100"/>
              <a:buNone/>
              <a:defRPr/>
            </a:lvl6pPr>
            <a:lvl7pPr indent="-228600" lvl="6" marL="3200400" algn="l">
              <a:spcBef>
                <a:spcPts val="300"/>
              </a:spcBef>
              <a:spcAft>
                <a:spcPts val="0"/>
              </a:spcAft>
              <a:buSzPts val="1100"/>
              <a:buNone/>
              <a:defRPr/>
            </a:lvl7pPr>
            <a:lvl8pPr indent="-228600" lvl="7" marL="3657600" algn="l">
              <a:spcBef>
                <a:spcPts val="300"/>
              </a:spcBef>
              <a:spcAft>
                <a:spcPts val="0"/>
              </a:spcAft>
              <a:buSzPts val="1100"/>
              <a:buNone/>
              <a:defRPr/>
            </a:lvl8pPr>
            <a:lvl9pPr indent="-228600" lvl="8" marL="4114800" algn="l">
              <a:spcBef>
                <a:spcPts val="300"/>
              </a:spcBef>
              <a:spcAft>
                <a:spcPts val="300"/>
              </a:spcAft>
              <a:buSzPts val="1100"/>
              <a:buNone/>
              <a:defRPr/>
            </a:lvl9pPr>
          </a:lstStyle>
          <a:p/>
        </p:txBody>
      </p:sp>
      <p:sp>
        <p:nvSpPr>
          <p:cNvPr id="122" name="Google Shape;122;p25"/>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3" name="Google Shape;123;p2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124" name="Google Shape;124;p25"/>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lt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OBJECT_1">
    <p:spTree>
      <p:nvGrpSpPr>
        <p:cNvPr id="125" name="Shape 125"/>
        <p:cNvGrpSpPr/>
        <p:nvPr/>
      </p:nvGrpSpPr>
      <p:grpSpPr>
        <a:xfrm>
          <a:off x="0" y="0"/>
          <a:ext cx="0" cy="0"/>
          <a:chOff x="0" y="0"/>
          <a:chExt cx="0" cy="0"/>
        </a:xfrm>
      </p:grpSpPr>
      <p:sp>
        <p:nvSpPr>
          <p:cNvPr id="126" name="Google Shape;126;p26"/>
          <p:cNvSpPr txBox="1"/>
          <p:nvPr>
            <p:ph type="title"/>
          </p:nvPr>
        </p:nvSpPr>
        <p:spPr>
          <a:xfrm>
            <a:off x="793316" y="1072821"/>
            <a:ext cx="5698500" cy="369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0" i="0" sz="2900">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200"/>
              <a:buNone/>
              <a:defRPr sz="1200">
                <a:solidFill>
                  <a:srgbClr val="888888"/>
                </a:solidFill>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29" name="Google Shape;129;p26"/>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lt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30" name="Shape 130"/>
        <p:cNvGrpSpPr/>
        <p:nvPr/>
      </p:nvGrpSpPr>
      <p:grpSpPr>
        <a:xfrm>
          <a:off x="0" y="0"/>
          <a:ext cx="0" cy="0"/>
          <a:chOff x="0" y="0"/>
          <a:chExt cx="0" cy="0"/>
        </a:xfrm>
      </p:grpSpPr>
      <p:sp>
        <p:nvSpPr>
          <p:cNvPr id="131" name="Google Shape;131;p27"/>
          <p:cNvSpPr txBox="1"/>
          <p:nvPr>
            <p:ph type="title"/>
          </p:nvPr>
        </p:nvSpPr>
        <p:spPr>
          <a:xfrm>
            <a:off x="793316" y="1072821"/>
            <a:ext cx="5698500" cy="369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600"/>
              <a:buNone/>
              <a:defRPr b="0" i="0" sz="2900">
                <a:solidFill>
                  <a:schemeClr val="dk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2" name="Google Shape;132;p27"/>
          <p:cNvSpPr txBox="1"/>
          <p:nvPr>
            <p:ph idx="1" type="body"/>
          </p:nvPr>
        </p:nvSpPr>
        <p:spPr>
          <a:xfrm>
            <a:off x="793316" y="1673824"/>
            <a:ext cx="7527000" cy="1904400"/>
          </a:xfrm>
          <a:prstGeom prst="rect">
            <a:avLst/>
          </a:prstGeom>
          <a:noFill/>
          <a:ln>
            <a:noFill/>
          </a:ln>
        </p:spPr>
        <p:txBody>
          <a:bodyPr anchorCtr="0" anchor="t" bIns="0" lIns="0" spcFirstLastPara="1" rIns="0" wrap="square" tIns="0">
            <a:spAutoFit/>
          </a:bodyPr>
          <a:lstStyle>
            <a:lvl1pPr indent="-228600" lvl="0" marL="457200" algn="l">
              <a:spcBef>
                <a:spcPts val="900"/>
              </a:spcBef>
              <a:spcAft>
                <a:spcPts val="0"/>
              </a:spcAft>
              <a:buSzPts val="1500"/>
              <a:buNone/>
              <a:defRPr b="0" i="0" sz="1800">
                <a:solidFill>
                  <a:schemeClr val="dk1"/>
                </a:solidFill>
                <a:latin typeface="Calibri"/>
                <a:ea typeface="Calibri"/>
                <a:cs typeface="Calibri"/>
                <a:sym typeface="Calibri"/>
              </a:defRPr>
            </a:lvl1pPr>
            <a:lvl2pPr indent="-228600" lvl="1" marL="914400" algn="l">
              <a:spcBef>
                <a:spcPts val="200"/>
              </a:spcBef>
              <a:spcAft>
                <a:spcPts val="0"/>
              </a:spcAft>
              <a:buSzPts val="1400"/>
              <a:buNone/>
              <a:defRPr/>
            </a:lvl2pPr>
            <a:lvl3pPr indent="-228600" lvl="2" marL="1371600" algn="l">
              <a:spcBef>
                <a:spcPts val="300"/>
              </a:spcBef>
              <a:spcAft>
                <a:spcPts val="0"/>
              </a:spcAft>
              <a:buSzPts val="1100"/>
              <a:buNone/>
              <a:defRPr/>
            </a:lvl3pPr>
            <a:lvl4pPr indent="-228600" lvl="3" marL="1828800" algn="l">
              <a:spcBef>
                <a:spcPts val="300"/>
              </a:spcBef>
              <a:spcAft>
                <a:spcPts val="0"/>
              </a:spcAft>
              <a:buSzPts val="1100"/>
              <a:buNone/>
              <a:defRPr/>
            </a:lvl4pPr>
            <a:lvl5pPr indent="-228600" lvl="4" marL="2286000" algn="l">
              <a:spcBef>
                <a:spcPts val="300"/>
              </a:spcBef>
              <a:spcAft>
                <a:spcPts val="0"/>
              </a:spcAft>
              <a:buSzPts val="1100"/>
              <a:buNone/>
              <a:defRPr/>
            </a:lvl5pPr>
            <a:lvl6pPr indent="-228600" lvl="5" marL="2743200" algn="l">
              <a:spcBef>
                <a:spcPts val="300"/>
              </a:spcBef>
              <a:spcAft>
                <a:spcPts val="0"/>
              </a:spcAft>
              <a:buSzPts val="1100"/>
              <a:buNone/>
              <a:defRPr/>
            </a:lvl6pPr>
            <a:lvl7pPr indent="-228600" lvl="6" marL="3200400" algn="l">
              <a:spcBef>
                <a:spcPts val="300"/>
              </a:spcBef>
              <a:spcAft>
                <a:spcPts val="0"/>
              </a:spcAft>
              <a:buSzPts val="1100"/>
              <a:buNone/>
              <a:defRPr/>
            </a:lvl7pPr>
            <a:lvl8pPr indent="-228600" lvl="7" marL="3657600" algn="l">
              <a:spcBef>
                <a:spcPts val="300"/>
              </a:spcBef>
              <a:spcAft>
                <a:spcPts val="0"/>
              </a:spcAft>
              <a:buSzPts val="1100"/>
              <a:buNone/>
              <a:defRPr/>
            </a:lvl8pPr>
            <a:lvl9pPr indent="-228600" lvl="8" marL="4114800" algn="l">
              <a:spcBef>
                <a:spcPts val="300"/>
              </a:spcBef>
              <a:spcAft>
                <a:spcPts val="300"/>
              </a:spcAft>
              <a:buSzPts val="1100"/>
              <a:buNone/>
              <a:defRPr/>
            </a:lvl9pPr>
          </a:lstStyle>
          <a:p/>
        </p:txBody>
      </p:sp>
      <p:sp>
        <p:nvSpPr>
          <p:cNvPr id="133" name="Google Shape;133;p2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4" name="Google Shape;134;p2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200"/>
              <a:buNone/>
              <a:defRPr sz="1200">
                <a:solidFill>
                  <a:srgbClr val="888888"/>
                </a:solidFill>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35" name="Google Shape;135;p27"/>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lt1"/>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OBJECT_2">
    <p:spTree>
      <p:nvGrpSpPr>
        <p:cNvPr id="136" name="Shape 136"/>
        <p:cNvGrpSpPr/>
        <p:nvPr/>
      </p:nvGrpSpPr>
      <p:grpSpPr>
        <a:xfrm>
          <a:off x="0" y="0"/>
          <a:ext cx="0" cy="0"/>
          <a:chOff x="0" y="0"/>
          <a:chExt cx="0" cy="0"/>
        </a:xfrm>
      </p:grpSpPr>
      <p:sp>
        <p:nvSpPr>
          <p:cNvPr id="137" name="Google Shape;137;p28"/>
          <p:cNvSpPr txBox="1"/>
          <p:nvPr>
            <p:ph type="title"/>
          </p:nvPr>
        </p:nvSpPr>
        <p:spPr>
          <a:xfrm>
            <a:off x="3723449" y="356711"/>
            <a:ext cx="1697100" cy="522000"/>
          </a:xfrm>
          <a:prstGeom prst="rect">
            <a:avLst/>
          </a:prstGeom>
          <a:noFill/>
          <a:ln>
            <a:noFill/>
          </a:ln>
        </p:spPr>
        <p:txBody>
          <a:bodyPr anchorCtr="0" anchor="t" bIns="34275" lIns="68575" spcFirstLastPara="1" rIns="68575" wrap="square" tIns="34275">
            <a:normAutofit/>
          </a:bodyPr>
          <a:lstStyle>
            <a:lvl1pPr lvl="0" marR="0" algn="l">
              <a:spcBef>
                <a:spcPts val="0"/>
              </a:spcBef>
              <a:spcAft>
                <a:spcPts val="0"/>
              </a:spcAft>
              <a:buSzPts val="3600"/>
              <a:buNone/>
              <a:defRPr b="0" i="0" sz="4400" u="none" cap="none" strike="noStrike">
                <a:solidFill>
                  <a:schemeClr val="dk1"/>
                </a:solidFill>
                <a:latin typeface="Trebuchet MS"/>
                <a:ea typeface="Trebuchet MS"/>
                <a:cs typeface="Trebuchet MS"/>
                <a:sym typeface="Trebuchet MS"/>
              </a:defRPr>
            </a:lvl1pPr>
            <a:lvl2pPr lvl="1">
              <a:spcBef>
                <a:spcPts val="0"/>
              </a:spcBef>
              <a:spcAft>
                <a:spcPts val="0"/>
              </a:spcAft>
              <a:buSzPts val="1100"/>
              <a:buNone/>
              <a:defRPr sz="1800"/>
            </a:lvl2pPr>
            <a:lvl3pPr lvl="2">
              <a:spcBef>
                <a:spcPts val="0"/>
              </a:spcBef>
              <a:spcAft>
                <a:spcPts val="0"/>
              </a:spcAft>
              <a:buSzPts val="1100"/>
              <a:buNone/>
              <a:defRPr sz="1800"/>
            </a:lvl3pPr>
            <a:lvl4pPr lvl="3">
              <a:spcBef>
                <a:spcPts val="0"/>
              </a:spcBef>
              <a:spcAft>
                <a:spcPts val="0"/>
              </a:spcAft>
              <a:buSzPts val="1100"/>
              <a:buNone/>
              <a:defRPr sz="1800"/>
            </a:lvl4pPr>
            <a:lvl5pPr lvl="4">
              <a:spcBef>
                <a:spcPts val="0"/>
              </a:spcBef>
              <a:spcAft>
                <a:spcPts val="0"/>
              </a:spcAft>
              <a:buSzPts val="1100"/>
              <a:buNone/>
              <a:defRPr sz="1800"/>
            </a:lvl5pPr>
            <a:lvl6pPr lvl="5">
              <a:spcBef>
                <a:spcPts val="0"/>
              </a:spcBef>
              <a:spcAft>
                <a:spcPts val="0"/>
              </a:spcAft>
              <a:buSzPts val="1100"/>
              <a:buNone/>
              <a:defRPr sz="1800"/>
            </a:lvl6pPr>
            <a:lvl7pPr lvl="6">
              <a:spcBef>
                <a:spcPts val="0"/>
              </a:spcBef>
              <a:spcAft>
                <a:spcPts val="0"/>
              </a:spcAft>
              <a:buSzPts val="1100"/>
              <a:buNone/>
              <a:defRPr sz="1800"/>
            </a:lvl7pPr>
            <a:lvl8pPr lvl="7">
              <a:spcBef>
                <a:spcPts val="0"/>
              </a:spcBef>
              <a:spcAft>
                <a:spcPts val="0"/>
              </a:spcAft>
              <a:buSzPts val="1100"/>
              <a:buNone/>
              <a:defRPr sz="1800"/>
            </a:lvl8pPr>
            <a:lvl9pPr lvl="8">
              <a:spcBef>
                <a:spcPts val="0"/>
              </a:spcBef>
              <a:spcAft>
                <a:spcPts val="0"/>
              </a:spcAft>
              <a:buSzPts val="1100"/>
              <a:buNone/>
              <a:defRPr sz="1800"/>
            </a:lvl9pPr>
          </a:lstStyle>
          <a:p/>
        </p:txBody>
      </p:sp>
      <p:sp>
        <p:nvSpPr>
          <p:cNvPr id="138" name="Google Shape;138;p28"/>
          <p:cNvSpPr txBox="1"/>
          <p:nvPr>
            <p:ph idx="11" type="ftr"/>
          </p:nvPr>
        </p:nvSpPr>
        <p:spPr>
          <a:xfrm>
            <a:off x="3108960" y="4783455"/>
            <a:ext cx="2926200" cy="257100"/>
          </a:xfrm>
          <a:prstGeom prst="rect">
            <a:avLst/>
          </a:prstGeom>
          <a:noFill/>
          <a:ln>
            <a:noFill/>
          </a:ln>
        </p:spPr>
        <p:txBody>
          <a:bodyPr anchorCtr="0" anchor="t" bIns="34275" lIns="68575" spcFirstLastPara="1" rIns="68575" wrap="square" tIns="34275">
            <a:noAutofit/>
          </a:bodyPr>
          <a:lstStyle>
            <a:lvl1pPr lvl="0" marR="0" algn="ctr">
              <a:spcBef>
                <a:spcPts val="0"/>
              </a:spcBef>
              <a:spcAft>
                <a:spcPts val="0"/>
              </a:spcAft>
              <a:buSzPts val="1100"/>
              <a:buNone/>
              <a:defRPr b="0" i="0" sz="1800" u="none" cap="none" strike="noStrike">
                <a:solidFill>
                  <a:srgbClr val="888888"/>
                </a:solidFill>
              </a:defRPr>
            </a:lvl1pPr>
            <a:lvl2pPr lvl="1" marR="0" algn="l">
              <a:spcBef>
                <a:spcPts val="0"/>
              </a:spcBef>
              <a:spcAft>
                <a:spcPts val="0"/>
              </a:spcAft>
              <a:buSzPts val="1100"/>
              <a:buNone/>
              <a:defRPr b="0" i="0" sz="1800" u="none" cap="none" strike="noStrike"/>
            </a:lvl2pPr>
            <a:lvl3pPr lvl="2" marR="0" algn="l">
              <a:spcBef>
                <a:spcPts val="0"/>
              </a:spcBef>
              <a:spcAft>
                <a:spcPts val="0"/>
              </a:spcAft>
              <a:buSzPts val="1100"/>
              <a:buNone/>
              <a:defRPr b="0" i="0" sz="1800" u="none" cap="none" strike="noStrike"/>
            </a:lvl3pPr>
            <a:lvl4pPr lvl="3" marR="0" algn="l">
              <a:spcBef>
                <a:spcPts val="0"/>
              </a:spcBef>
              <a:spcAft>
                <a:spcPts val="0"/>
              </a:spcAft>
              <a:buSzPts val="1100"/>
              <a:buNone/>
              <a:defRPr b="0" i="0" sz="1800" u="none" cap="none" strike="noStrike"/>
            </a:lvl4pPr>
            <a:lvl5pPr lvl="4" marR="0" algn="l">
              <a:spcBef>
                <a:spcPts val="0"/>
              </a:spcBef>
              <a:spcAft>
                <a:spcPts val="0"/>
              </a:spcAft>
              <a:buSzPts val="1100"/>
              <a:buNone/>
              <a:defRPr b="0" i="0" sz="1800" u="none" cap="none" strike="noStrike"/>
            </a:lvl5pPr>
            <a:lvl6pPr lvl="5" marR="0" algn="l">
              <a:spcBef>
                <a:spcPts val="0"/>
              </a:spcBef>
              <a:spcAft>
                <a:spcPts val="0"/>
              </a:spcAft>
              <a:buSzPts val="1100"/>
              <a:buNone/>
              <a:defRPr b="0" i="0" sz="1800" u="none" cap="none" strike="noStrike"/>
            </a:lvl6pPr>
            <a:lvl7pPr lvl="6" marR="0" algn="l">
              <a:spcBef>
                <a:spcPts val="0"/>
              </a:spcBef>
              <a:spcAft>
                <a:spcPts val="0"/>
              </a:spcAft>
              <a:buSzPts val="1100"/>
              <a:buNone/>
              <a:defRPr b="0" i="0" sz="1800" u="none" cap="none" strike="noStrike"/>
            </a:lvl7pPr>
            <a:lvl8pPr lvl="7" marR="0" algn="l">
              <a:spcBef>
                <a:spcPts val="0"/>
              </a:spcBef>
              <a:spcAft>
                <a:spcPts val="0"/>
              </a:spcAft>
              <a:buSzPts val="1100"/>
              <a:buNone/>
              <a:defRPr b="0" i="0" sz="1800" u="none" cap="none" strike="noStrike"/>
            </a:lvl8pPr>
            <a:lvl9pPr lvl="8" marR="0" algn="l">
              <a:spcBef>
                <a:spcPts val="0"/>
              </a:spcBef>
              <a:spcAft>
                <a:spcPts val="0"/>
              </a:spcAft>
              <a:buSzPts val="1100"/>
              <a:buNone/>
              <a:defRPr b="0" i="0" sz="1800" u="none" cap="none" strike="noStrike"/>
            </a:lvl9pPr>
          </a:lstStyle>
          <a:p/>
        </p:txBody>
      </p:sp>
      <p:sp>
        <p:nvSpPr>
          <p:cNvPr id="139" name="Google Shape;139;p28"/>
          <p:cNvSpPr txBox="1"/>
          <p:nvPr>
            <p:ph idx="10" type="dt"/>
          </p:nvPr>
        </p:nvSpPr>
        <p:spPr>
          <a:xfrm>
            <a:off x="457200" y="4783455"/>
            <a:ext cx="2103000" cy="2571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solidFill>
                  <a:srgbClr val="888888"/>
                </a:solidFill>
              </a:defRPr>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140" name="Google Shape;140;p28"/>
          <p:cNvSpPr txBox="1"/>
          <p:nvPr>
            <p:ph idx="12" type="sldNum"/>
          </p:nvPr>
        </p:nvSpPr>
        <p:spPr>
          <a:xfrm>
            <a:off x="6583680" y="4783455"/>
            <a:ext cx="2103000" cy="2571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1800" u="none" cap="none" strike="noStrike">
                <a:solidFill>
                  <a:srgbClr val="888888"/>
                </a:solidFill>
              </a:defRPr>
            </a:lvl1pPr>
            <a:lvl2pPr indent="0" lvl="1" marL="0" marR="0" algn="r">
              <a:spcBef>
                <a:spcPts val="0"/>
              </a:spcBef>
              <a:buNone/>
              <a:defRPr b="0" i="0" sz="1800" u="none" cap="none" strike="noStrike">
                <a:solidFill>
                  <a:srgbClr val="888888"/>
                </a:solidFill>
              </a:defRPr>
            </a:lvl2pPr>
            <a:lvl3pPr indent="0" lvl="2" marL="0" marR="0" algn="r">
              <a:spcBef>
                <a:spcPts val="0"/>
              </a:spcBef>
              <a:buNone/>
              <a:defRPr b="0" i="0" sz="1800" u="none" cap="none" strike="noStrike">
                <a:solidFill>
                  <a:srgbClr val="888888"/>
                </a:solidFill>
              </a:defRPr>
            </a:lvl3pPr>
            <a:lvl4pPr indent="0" lvl="3" marL="0" marR="0" algn="r">
              <a:spcBef>
                <a:spcPts val="0"/>
              </a:spcBef>
              <a:buNone/>
              <a:defRPr b="0" i="0" sz="1800" u="none" cap="none" strike="noStrike">
                <a:solidFill>
                  <a:srgbClr val="888888"/>
                </a:solidFill>
              </a:defRPr>
            </a:lvl4pPr>
            <a:lvl5pPr indent="0" lvl="4" marL="0" marR="0" algn="r">
              <a:spcBef>
                <a:spcPts val="0"/>
              </a:spcBef>
              <a:buNone/>
              <a:defRPr b="0" i="0" sz="1800" u="none" cap="none" strike="noStrike">
                <a:solidFill>
                  <a:srgbClr val="888888"/>
                </a:solidFill>
              </a:defRPr>
            </a:lvl5pPr>
            <a:lvl6pPr indent="0" lvl="5" marL="0" marR="0" algn="r">
              <a:spcBef>
                <a:spcPts val="0"/>
              </a:spcBef>
              <a:buNone/>
              <a:defRPr b="0" i="0" sz="1800" u="none" cap="none" strike="noStrike">
                <a:solidFill>
                  <a:srgbClr val="888888"/>
                </a:solidFill>
              </a:defRPr>
            </a:lvl6pPr>
            <a:lvl7pPr indent="0" lvl="6" marL="0" marR="0" algn="r">
              <a:spcBef>
                <a:spcPts val="0"/>
              </a:spcBef>
              <a:buNone/>
              <a:defRPr b="0" i="0" sz="1800" u="none" cap="none" strike="noStrike">
                <a:solidFill>
                  <a:srgbClr val="888888"/>
                </a:solidFill>
              </a:defRPr>
            </a:lvl7pPr>
            <a:lvl8pPr indent="0" lvl="7" marL="0" marR="0" algn="r">
              <a:spcBef>
                <a:spcPts val="0"/>
              </a:spcBef>
              <a:buNone/>
              <a:defRPr b="0" i="0" sz="1800" u="none" cap="none" strike="noStrike">
                <a:solidFill>
                  <a:srgbClr val="888888"/>
                </a:solidFill>
              </a:defRPr>
            </a:lvl8pPr>
            <a:lvl9pPr indent="0" lvl="8" marL="0" marR="0" algn="r">
              <a:spcBef>
                <a:spcPts val="0"/>
              </a:spcBef>
              <a:buNone/>
              <a:defRPr b="0" i="0" sz="1800" u="none" cap="none" strike="noStrike">
                <a:solidFill>
                  <a:srgbClr val="888888"/>
                </a:solidFill>
              </a:defRPr>
            </a:lvl9pPr>
          </a:lstStyle>
          <a:p>
            <a:pPr indent="0" lvl="0" marL="0" rtl="0" algn="r">
              <a:spcBef>
                <a:spcPts val="0"/>
              </a:spcBef>
              <a:spcAft>
                <a:spcPts val="0"/>
              </a:spcAft>
              <a:buNone/>
            </a:pPr>
            <a:fld id="{00000000-1234-1234-1234-123412341234}" type="slidenum">
              <a:rPr lang="en"/>
              <a:t>‹#›</a:t>
            </a:fld>
            <a:endParaRPr b="1" sz="800">
              <a:solidFill>
                <a:schemeClr val="lt1"/>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1" name="Shape 141"/>
        <p:cNvGrpSpPr/>
        <p:nvPr/>
      </p:nvGrpSpPr>
      <p:grpSpPr>
        <a:xfrm>
          <a:off x="0" y="0"/>
          <a:ext cx="0" cy="0"/>
          <a:chOff x="0" y="0"/>
          <a:chExt cx="0" cy="0"/>
        </a:xfrm>
      </p:grpSpPr>
      <p:sp>
        <p:nvSpPr>
          <p:cNvPr id="142" name="Google Shape;142;p29"/>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3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3" name="Google Shape;143;p29"/>
          <p:cNvSpPr txBox="1"/>
          <p:nvPr>
            <p:ph idx="1" type="body"/>
          </p:nvPr>
        </p:nvSpPr>
        <p:spPr>
          <a:xfrm>
            <a:off x="311700" y="1152475"/>
            <a:ext cx="3999900" cy="3416400"/>
          </a:xfrm>
          <a:prstGeom prst="rect">
            <a:avLst/>
          </a:prstGeom>
        </p:spPr>
        <p:txBody>
          <a:bodyPr anchorCtr="0" anchor="t" bIns="34275" lIns="0" spcFirstLastPara="1" rIns="0" wrap="square" tIns="34275">
            <a:normAutofit/>
          </a:bodyPr>
          <a:lstStyle>
            <a:lvl1pPr indent="-330200" lvl="0" marL="457200">
              <a:spcBef>
                <a:spcPts val="900"/>
              </a:spcBef>
              <a:spcAft>
                <a:spcPts val="0"/>
              </a:spcAft>
              <a:buClr>
                <a:schemeClr val="dk1"/>
              </a:buClr>
              <a:buSzPts val="1600"/>
              <a:buChar char=" "/>
              <a:defRPr sz="1600">
                <a:solidFill>
                  <a:schemeClr val="dk1"/>
                </a:solidFill>
              </a:defRPr>
            </a:lvl1pPr>
            <a:lvl2pPr indent="-317500" lvl="1" marL="914400">
              <a:spcBef>
                <a:spcPts val="200"/>
              </a:spcBef>
              <a:spcAft>
                <a:spcPts val="0"/>
              </a:spcAft>
              <a:buClr>
                <a:schemeClr val="dk1"/>
              </a:buClr>
              <a:buSzPts val="1400"/>
              <a:buChar char="◦"/>
              <a:defRPr>
                <a:solidFill>
                  <a:schemeClr val="dk1"/>
                </a:solidFill>
              </a:defRPr>
            </a:lvl2pPr>
            <a:lvl3pPr indent="-304800" lvl="2" marL="1371600">
              <a:spcBef>
                <a:spcPts val="300"/>
              </a:spcBef>
              <a:spcAft>
                <a:spcPts val="0"/>
              </a:spcAft>
              <a:buClr>
                <a:schemeClr val="dk1"/>
              </a:buClr>
              <a:buSzPts val="1200"/>
              <a:buChar char="◦"/>
              <a:defRPr sz="1200">
                <a:solidFill>
                  <a:schemeClr val="dk1"/>
                </a:solidFill>
              </a:defRPr>
            </a:lvl3pPr>
            <a:lvl4pPr indent="-304800" lvl="3" marL="1828800">
              <a:spcBef>
                <a:spcPts val="300"/>
              </a:spcBef>
              <a:spcAft>
                <a:spcPts val="0"/>
              </a:spcAft>
              <a:buClr>
                <a:schemeClr val="dk1"/>
              </a:buClr>
              <a:buSzPts val="1200"/>
              <a:buChar char="◦"/>
              <a:defRPr sz="1200">
                <a:solidFill>
                  <a:schemeClr val="dk1"/>
                </a:solidFill>
              </a:defRPr>
            </a:lvl4pPr>
            <a:lvl5pPr indent="-304800" lvl="4" marL="2286000">
              <a:spcBef>
                <a:spcPts val="300"/>
              </a:spcBef>
              <a:spcAft>
                <a:spcPts val="0"/>
              </a:spcAft>
              <a:buClr>
                <a:schemeClr val="dk1"/>
              </a:buClr>
              <a:buSzPts val="1200"/>
              <a:buChar char="◦"/>
              <a:defRPr sz="1200">
                <a:solidFill>
                  <a:schemeClr val="dk1"/>
                </a:solidFill>
              </a:defRPr>
            </a:lvl5pPr>
            <a:lvl6pPr indent="-304800" lvl="5" marL="2743200">
              <a:spcBef>
                <a:spcPts val="300"/>
              </a:spcBef>
              <a:spcAft>
                <a:spcPts val="0"/>
              </a:spcAft>
              <a:buClr>
                <a:schemeClr val="dk1"/>
              </a:buClr>
              <a:buSzPts val="1200"/>
              <a:buChar char="◦"/>
              <a:defRPr sz="1200">
                <a:solidFill>
                  <a:schemeClr val="dk1"/>
                </a:solidFill>
              </a:defRPr>
            </a:lvl6pPr>
            <a:lvl7pPr indent="-304800" lvl="6" marL="3200400">
              <a:spcBef>
                <a:spcPts val="300"/>
              </a:spcBef>
              <a:spcAft>
                <a:spcPts val="0"/>
              </a:spcAft>
              <a:buClr>
                <a:schemeClr val="dk1"/>
              </a:buClr>
              <a:buSzPts val="1200"/>
              <a:buChar char="◦"/>
              <a:defRPr sz="1200">
                <a:solidFill>
                  <a:schemeClr val="dk1"/>
                </a:solidFill>
              </a:defRPr>
            </a:lvl7pPr>
            <a:lvl8pPr indent="-304800" lvl="7" marL="3657600">
              <a:spcBef>
                <a:spcPts val="300"/>
              </a:spcBef>
              <a:spcAft>
                <a:spcPts val="0"/>
              </a:spcAft>
              <a:buClr>
                <a:schemeClr val="dk1"/>
              </a:buClr>
              <a:buSzPts val="1200"/>
              <a:buChar char="◦"/>
              <a:defRPr sz="1200">
                <a:solidFill>
                  <a:schemeClr val="dk1"/>
                </a:solidFill>
              </a:defRPr>
            </a:lvl8pPr>
            <a:lvl9pPr indent="-304800" lvl="8" marL="4114800">
              <a:spcBef>
                <a:spcPts val="300"/>
              </a:spcBef>
              <a:spcAft>
                <a:spcPts val="300"/>
              </a:spcAft>
              <a:buClr>
                <a:schemeClr val="dk1"/>
              </a:buClr>
              <a:buSzPts val="1200"/>
              <a:buChar char="◦"/>
              <a:defRPr sz="1200">
                <a:solidFill>
                  <a:schemeClr val="dk1"/>
                </a:solidFill>
              </a:defRPr>
            </a:lvl9pPr>
          </a:lstStyle>
          <a:p/>
        </p:txBody>
      </p:sp>
      <p:sp>
        <p:nvSpPr>
          <p:cNvPr id="144" name="Google Shape;144;p29"/>
          <p:cNvSpPr txBox="1"/>
          <p:nvPr>
            <p:ph idx="2" type="body"/>
          </p:nvPr>
        </p:nvSpPr>
        <p:spPr>
          <a:xfrm>
            <a:off x="4832400" y="1152475"/>
            <a:ext cx="3999900" cy="3416400"/>
          </a:xfrm>
          <a:prstGeom prst="rect">
            <a:avLst/>
          </a:prstGeom>
        </p:spPr>
        <p:txBody>
          <a:bodyPr anchorCtr="0" anchor="t" bIns="34275" lIns="0" spcFirstLastPara="1" rIns="0" wrap="square" tIns="34275">
            <a:normAutofit/>
          </a:bodyPr>
          <a:lstStyle>
            <a:lvl1pPr indent="-317500" lvl="0" marL="457200">
              <a:spcBef>
                <a:spcPts val="900"/>
              </a:spcBef>
              <a:spcAft>
                <a:spcPts val="0"/>
              </a:spcAft>
              <a:buClr>
                <a:schemeClr val="dk1"/>
              </a:buClr>
              <a:buSzPts val="1400"/>
              <a:buChar char=" "/>
              <a:defRPr sz="1400">
                <a:solidFill>
                  <a:schemeClr val="dk1"/>
                </a:solidFill>
              </a:defRPr>
            </a:lvl1pPr>
            <a:lvl2pPr indent="-304800" lvl="1" marL="914400">
              <a:spcBef>
                <a:spcPts val="200"/>
              </a:spcBef>
              <a:spcAft>
                <a:spcPts val="0"/>
              </a:spcAft>
              <a:buClr>
                <a:schemeClr val="dk1"/>
              </a:buClr>
              <a:buSzPts val="1200"/>
              <a:buChar char="◦"/>
              <a:defRPr sz="1200">
                <a:solidFill>
                  <a:schemeClr val="dk1"/>
                </a:solidFill>
              </a:defRPr>
            </a:lvl2pPr>
            <a:lvl3pPr indent="-304800" lvl="2" marL="1371600">
              <a:spcBef>
                <a:spcPts val="300"/>
              </a:spcBef>
              <a:spcAft>
                <a:spcPts val="0"/>
              </a:spcAft>
              <a:buClr>
                <a:schemeClr val="dk1"/>
              </a:buClr>
              <a:buSzPts val="1200"/>
              <a:buChar char="◦"/>
              <a:defRPr sz="1200">
                <a:solidFill>
                  <a:schemeClr val="dk1"/>
                </a:solidFill>
              </a:defRPr>
            </a:lvl3pPr>
            <a:lvl4pPr indent="-304800" lvl="3" marL="1828800">
              <a:spcBef>
                <a:spcPts val="300"/>
              </a:spcBef>
              <a:spcAft>
                <a:spcPts val="0"/>
              </a:spcAft>
              <a:buClr>
                <a:schemeClr val="dk1"/>
              </a:buClr>
              <a:buSzPts val="1200"/>
              <a:buChar char="◦"/>
              <a:defRPr sz="1200">
                <a:solidFill>
                  <a:schemeClr val="dk1"/>
                </a:solidFill>
              </a:defRPr>
            </a:lvl4pPr>
            <a:lvl5pPr indent="-304800" lvl="4" marL="2286000">
              <a:spcBef>
                <a:spcPts val="300"/>
              </a:spcBef>
              <a:spcAft>
                <a:spcPts val="0"/>
              </a:spcAft>
              <a:buClr>
                <a:schemeClr val="dk1"/>
              </a:buClr>
              <a:buSzPts val="1200"/>
              <a:buChar char="◦"/>
              <a:defRPr sz="1200">
                <a:solidFill>
                  <a:schemeClr val="dk1"/>
                </a:solidFill>
              </a:defRPr>
            </a:lvl5pPr>
            <a:lvl6pPr indent="-304800" lvl="5" marL="2743200">
              <a:spcBef>
                <a:spcPts val="300"/>
              </a:spcBef>
              <a:spcAft>
                <a:spcPts val="0"/>
              </a:spcAft>
              <a:buClr>
                <a:schemeClr val="dk1"/>
              </a:buClr>
              <a:buSzPts val="1200"/>
              <a:buChar char="◦"/>
              <a:defRPr sz="1200">
                <a:solidFill>
                  <a:schemeClr val="dk1"/>
                </a:solidFill>
              </a:defRPr>
            </a:lvl6pPr>
            <a:lvl7pPr indent="-304800" lvl="6" marL="3200400">
              <a:spcBef>
                <a:spcPts val="300"/>
              </a:spcBef>
              <a:spcAft>
                <a:spcPts val="0"/>
              </a:spcAft>
              <a:buClr>
                <a:schemeClr val="dk1"/>
              </a:buClr>
              <a:buSzPts val="1200"/>
              <a:buChar char="◦"/>
              <a:defRPr sz="1200">
                <a:solidFill>
                  <a:schemeClr val="dk1"/>
                </a:solidFill>
              </a:defRPr>
            </a:lvl7pPr>
            <a:lvl8pPr indent="-304800" lvl="7" marL="3657600">
              <a:spcBef>
                <a:spcPts val="300"/>
              </a:spcBef>
              <a:spcAft>
                <a:spcPts val="0"/>
              </a:spcAft>
              <a:buClr>
                <a:schemeClr val="dk1"/>
              </a:buClr>
              <a:buSzPts val="1200"/>
              <a:buChar char="◦"/>
              <a:defRPr sz="1200">
                <a:solidFill>
                  <a:schemeClr val="dk1"/>
                </a:solidFill>
              </a:defRPr>
            </a:lvl8pPr>
            <a:lvl9pPr indent="-304800" lvl="8" marL="4114800">
              <a:spcBef>
                <a:spcPts val="300"/>
              </a:spcBef>
              <a:spcAft>
                <a:spcPts val="300"/>
              </a:spcAft>
              <a:buClr>
                <a:schemeClr val="dk1"/>
              </a:buClr>
              <a:buSzPts val="1200"/>
              <a:buChar char="◦"/>
              <a:defRPr sz="1200">
                <a:solidFill>
                  <a:schemeClr val="dk1"/>
                </a:solidFill>
              </a:defRPr>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6" name="Shape 146"/>
        <p:cNvGrpSpPr/>
        <p:nvPr/>
      </p:nvGrpSpPr>
      <p:grpSpPr>
        <a:xfrm>
          <a:off x="0" y="0"/>
          <a:ext cx="0" cy="0"/>
          <a:chOff x="0" y="0"/>
          <a:chExt cx="0" cy="0"/>
        </a:xfrm>
      </p:grpSpPr>
      <p:sp>
        <p:nvSpPr>
          <p:cNvPr id="147" name="Google Shape;147;p30"/>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3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8" name="Google Shape;148;p30"/>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lvl1pPr indent="-330200" lvl="0" marL="457200">
              <a:spcBef>
                <a:spcPts val="900"/>
              </a:spcBef>
              <a:spcAft>
                <a:spcPts val="0"/>
              </a:spcAft>
              <a:buClr>
                <a:schemeClr val="dk1"/>
              </a:buClr>
              <a:buSzPts val="1600"/>
              <a:buChar char=" "/>
              <a:defRPr sz="1600">
                <a:solidFill>
                  <a:schemeClr val="dk1"/>
                </a:solidFill>
              </a:defRPr>
            </a:lvl1pPr>
            <a:lvl2pPr indent="-317500" lvl="1" marL="914400">
              <a:spcBef>
                <a:spcPts val="200"/>
              </a:spcBef>
              <a:spcAft>
                <a:spcPts val="0"/>
              </a:spcAft>
              <a:buClr>
                <a:schemeClr val="dk1"/>
              </a:buClr>
              <a:buSzPts val="1400"/>
              <a:buChar char="◦"/>
              <a:defRPr>
                <a:solidFill>
                  <a:schemeClr val="dk1"/>
                </a:solidFill>
              </a:defRPr>
            </a:lvl2pPr>
            <a:lvl3pPr indent="-298450" lvl="2" marL="1371600">
              <a:spcBef>
                <a:spcPts val="300"/>
              </a:spcBef>
              <a:spcAft>
                <a:spcPts val="0"/>
              </a:spcAft>
              <a:buClr>
                <a:schemeClr val="dk1"/>
              </a:buClr>
              <a:buSzPts val="1100"/>
              <a:buChar char="◦"/>
              <a:defRPr>
                <a:solidFill>
                  <a:schemeClr val="dk1"/>
                </a:solidFill>
              </a:defRPr>
            </a:lvl3pPr>
            <a:lvl4pPr indent="-298450" lvl="3" marL="1828800">
              <a:spcBef>
                <a:spcPts val="300"/>
              </a:spcBef>
              <a:spcAft>
                <a:spcPts val="0"/>
              </a:spcAft>
              <a:buClr>
                <a:schemeClr val="dk1"/>
              </a:buClr>
              <a:buSzPts val="1100"/>
              <a:buChar char="◦"/>
              <a:defRPr>
                <a:solidFill>
                  <a:schemeClr val="dk1"/>
                </a:solidFill>
              </a:defRPr>
            </a:lvl4pPr>
            <a:lvl5pPr indent="-298450" lvl="4" marL="2286000">
              <a:spcBef>
                <a:spcPts val="300"/>
              </a:spcBef>
              <a:spcAft>
                <a:spcPts val="0"/>
              </a:spcAft>
              <a:buClr>
                <a:schemeClr val="dk1"/>
              </a:buClr>
              <a:buSzPts val="1100"/>
              <a:buChar char="◦"/>
              <a:defRPr>
                <a:solidFill>
                  <a:schemeClr val="dk1"/>
                </a:solidFill>
              </a:defRPr>
            </a:lvl5pPr>
            <a:lvl6pPr indent="-298450" lvl="5" marL="2743200">
              <a:spcBef>
                <a:spcPts val="300"/>
              </a:spcBef>
              <a:spcAft>
                <a:spcPts val="0"/>
              </a:spcAft>
              <a:buClr>
                <a:schemeClr val="dk1"/>
              </a:buClr>
              <a:buSzPts val="1100"/>
              <a:buChar char="◦"/>
              <a:defRPr>
                <a:solidFill>
                  <a:schemeClr val="dk1"/>
                </a:solidFill>
              </a:defRPr>
            </a:lvl6pPr>
            <a:lvl7pPr indent="-298450" lvl="6" marL="3200400">
              <a:spcBef>
                <a:spcPts val="300"/>
              </a:spcBef>
              <a:spcAft>
                <a:spcPts val="0"/>
              </a:spcAft>
              <a:buClr>
                <a:schemeClr val="dk1"/>
              </a:buClr>
              <a:buSzPts val="1100"/>
              <a:buChar char="◦"/>
              <a:defRPr>
                <a:solidFill>
                  <a:schemeClr val="dk1"/>
                </a:solidFill>
              </a:defRPr>
            </a:lvl7pPr>
            <a:lvl8pPr indent="-298450" lvl="7" marL="3657600">
              <a:spcBef>
                <a:spcPts val="300"/>
              </a:spcBef>
              <a:spcAft>
                <a:spcPts val="0"/>
              </a:spcAft>
              <a:buClr>
                <a:schemeClr val="dk1"/>
              </a:buClr>
              <a:buSzPts val="1100"/>
              <a:buChar char="◦"/>
              <a:defRPr>
                <a:solidFill>
                  <a:schemeClr val="dk1"/>
                </a:solidFill>
              </a:defRPr>
            </a:lvl8pPr>
            <a:lvl9pPr indent="-298450" lvl="8" marL="4114800">
              <a:spcBef>
                <a:spcPts val="300"/>
              </a:spcBef>
              <a:spcAft>
                <a:spcPts val="300"/>
              </a:spcAft>
              <a:buClr>
                <a:schemeClr val="dk1"/>
              </a:buClr>
              <a:buSzPts val="1100"/>
              <a:buChar char="◦"/>
              <a:defRPr>
                <a:solidFill>
                  <a:schemeClr val="dk1"/>
                </a:solidFill>
              </a:defRPr>
            </a:lvl9pPr>
          </a:lstStyle>
          <a:p/>
        </p:txBody>
      </p:sp>
      <p:sp>
        <p:nvSpPr>
          <p:cNvPr id="149" name="Google Shape;149;p3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0" name="Shape 150"/>
        <p:cNvGrpSpPr/>
        <p:nvPr/>
      </p:nvGrpSpPr>
      <p:grpSpPr>
        <a:xfrm>
          <a:off x="0" y="0"/>
          <a:ext cx="0" cy="0"/>
          <a:chOff x="0" y="0"/>
          <a:chExt cx="0" cy="0"/>
        </a:xfrm>
      </p:grpSpPr>
      <p:sp>
        <p:nvSpPr>
          <p:cNvPr id="151" name="Google Shape;151;p31"/>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3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2" name="Google Shape;152;p31"/>
          <p:cNvSpPr txBox="1"/>
          <p:nvPr>
            <p:ph idx="1" type="body"/>
          </p:nvPr>
        </p:nvSpPr>
        <p:spPr>
          <a:xfrm>
            <a:off x="311700" y="1152475"/>
            <a:ext cx="8520600" cy="3416400"/>
          </a:xfrm>
          <a:prstGeom prst="rect">
            <a:avLst/>
          </a:prstGeom>
        </p:spPr>
        <p:txBody>
          <a:bodyPr anchorCtr="0" anchor="t" bIns="34275" lIns="0" spcFirstLastPara="1" rIns="0" wrap="square" tIns="34275">
            <a:normAutofit/>
          </a:bodyPr>
          <a:lstStyle>
            <a:lvl1pPr indent="-323850" lvl="0" marL="457200">
              <a:spcBef>
                <a:spcPts val="900"/>
              </a:spcBef>
              <a:spcAft>
                <a:spcPts val="0"/>
              </a:spcAft>
              <a:buSzPts val="1500"/>
              <a:buChar char=" "/>
              <a:defRPr/>
            </a:lvl1pPr>
            <a:lvl2pPr indent="-317500" lvl="1" marL="914400">
              <a:spcBef>
                <a:spcPts val="200"/>
              </a:spcBef>
              <a:spcAft>
                <a:spcPts val="0"/>
              </a:spcAft>
              <a:buSzPts val="1400"/>
              <a:buChar char="◦"/>
              <a:defRPr/>
            </a:lvl2pPr>
            <a:lvl3pPr indent="-298450" lvl="2" marL="1371600">
              <a:spcBef>
                <a:spcPts val="300"/>
              </a:spcBef>
              <a:spcAft>
                <a:spcPts val="0"/>
              </a:spcAft>
              <a:buSzPts val="1100"/>
              <a:buChar char="◦"/>
              <a:defRPr/>
            </a:lvl3pPr>
            <a:lvl4pPr indent="-298450" lvl="3" marL="1828800">
              <a:spcBef>
                <a:spcPts val="300"/>
              </a:spcBef>
              <a:spcAft>
                <a:spcPts val="0"/>
              </a:spcAft>
              <a:buSzPts val="1100"/>
              <a:buChar char="◦"/>
              <a:defRPr/>
            </a:lvl4pPr>
            <a:lvl5pPr indent="-298450" lvl="4" marL="2286000">
              <a:spcBef>
                <a:spcPts val="300"/>
              </a:spcBef>
              <a:spcAft>
                <a:spcPts val="0"/>
              </a:spcAft>
              <a:buSzPts val="1100"/>
              <a:buChar char="◦"/>
              <a:defRPr/>
            </a:lvl5pPr>
            <a:lvl6pPr indent="-298450" lvl="5" marL="2743200">
              <a:spcBef>
                <a:spcPts val="300"/>
              </a:spcBef>
              <a:spcAft>
                <a:spcPts val="0"/>
              </a:spcAft>
              <a:buSzPts val="1100"/>
              <a:buChar char="◦"/>
              <a:defRPr/>
            </a:lvl6pPr>
            <a:lvl7pPr indent="-298450" lvl="6" marL="3200400">
              <a:spcBef>
                <a:spcPts val="300"/>
              </a:spcBef>
              <a:spcAft>
                <a:spcPts val="0"/>
              </a:spcAft>
              <a:buSzPts val="1100"/>
              <a:buChar char="◦"/>
              <a:defRPr/>
            </a:lvl7pPr>
            <a:lvl8pPr indent="-298450" lvl="7" marL="3657600">
              <a:spcBef>
                <a:spcPts val="300"/>
              </a:spcBef>
              <a:spcAft>
                <a:spcPts val="0"/>
              </a:spcAft>
              <a:buSzPts val="1100"/>
              <a:buChar char="◦"/>
              <a:defRPr/>
            </a:lvl8pPr>
            <a:lvl9pPr indent="-298450" lvl="8" marL="4114800">
              <a:spcBef>
                <a:spcPts val="300"/>
              </a:spcBef>
              <a:spcAft>
                <a:spcPts val="300"/>
              </a:spcAft>
              <a:buSzPts val="1100"/>
              <a:buChar char="◦"/>
              <a:defRPr/>
            </a:lvl9pPr>
          </a:lstStyle>
          <a:p/>
        </p:txBody>
      </p:sp>
      <p:sp>
        <p:nvSpPr>
          <p:cNvPr id="153" name="Google Shape;153;p31"/>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2">
    <p:spTree>
      <p:nvGrpSpPr>
        <p:cNvPr id="154" name="Shape 154"/>
        <p:cNvGrpSpPr/>
        <p:nvPr/>
      </p:nvGrpSpPr>
      <p:grpSpPr>
        <a:xfrm>
          <a:off x="0" y="0"/>
          <a:ext cx="0" cy="0"/>
          <a:chOff x="0" y="0"/>
          <a:chExt cx="0" cy="0"/>
        </a:xfrm>
      </p:grpSpPr>
      <p:sp>
        <p:nvSpPr>
          <p:cNvPr id="155" name="Google Shape;155;p32"/>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3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6" name="Google Shape;156;p32"/>
          <p:cNvSpPr txBox="1"/>
          <p:nvPr>
            <p:ph idx="1" type="body"/>
          </p:nvPr>
        </p:nvSpPr>
        <p:spPr>
          <a:xfrm>
            <a:off x="311700" y="1152475"/>
            <a:ext cx="3999900" cy="3416400"/>
          </a:xfrm>
          <a:prstGeom prst="rect">
            <a:avLst/>
          </a:prstGeom>
        </p:spPr>
        <p:txBody>
          <a:bodyPr anchorCtr="0" anchor="t" bIns="34275" lIns="0" spcFirstLastPara="1" rIns="0" wrap="square" tIns="34275">
            <a:normAutofit/>
          </a:bodyPr>
          <a:lstStyle>
            <a:lvl1pPr indent="-317500" lvl="0" marL="457200">
              <a:spcBef>
                <a:spcPts val="900"/>
              </a:spcBef>
              <a:spcAft>
                <a:spcPts val="0"/>
              </a:spcAft>
              <a:buClr>
                <a:schemeClr val="dk1"/>
              </a:buClr>
              <a:buSzPts val="1400"/>
              <a:buChar char=" "/>
              <a:defRPr sz="1400">
                <a:solidFill>
                  <a:schemeClr val="dk1"/>
                </a:solidFill>
              </a:defRPr>
            </a:lvl1pPr>
            <a:lvl2pPr indent="-304800" lvl="1" marL="914400">
              <a:spcBef>
                <a:spcPts val="200"/>
              </a:spcBef>
              <a:spcAft>
                <a:spcPts val="0"/>
              </a:spcAft>
              <a:buClr>
                <a:schemeClr val="dk1"/>
              </a:buClr>
              <a:buSzPts val="1200"/>
              <a:buChar char="◦"/>
              <a:defRPr sz="1200">
                <a:solidFill>
                  <a:schemeClr val="dk1"/>
                </a:solidFill>
              </a:defRPr>
            </a:lvl2pPr>
            <a:lvl3pPr indent="-304800" lvl="2" marL="1371600">
              <a:spcBef>
                <a:spcPts val="300"/>
              </a:spcBef>
              <a:spcAft>
                <a:spcPts val="0"/>
              </a:spcAft>
              <a:buClr>
                <a:schemeClr val="dk1"/>
              </a:buClr>
              <a:buSzPts val="1200"/>
              <a:buChar char="◦"/>
              <a:defRPr sz="1200">
                <a:solidFill>
                  <a:schemeClr val="dk1"/>
                </a:solidFill>
              </a:defRPr>
            </a:lvl3pPr>
            <a:lvl4pPr indent="-304800" lvl="3" marL="1828800">
              <a:spcBef>
                <a:spcPts val="300"/>
              </a:spcBef>
              <a:spcAft>
                <a:spcPts val="0"/>
              </a:spcAft>
              <a:buClr>
                <a:schemeClr val="dk1"/>
              </a:buClr>
              <a:buSzPts val="1200"/>
              <a:buChar char="◦"/>
              <a:defRPr sz="1200">
                <a:solidFill>
                  <a:schemeClr val="dk1"/>
                </a:solidFill>
              </a:defRPr>
            </a:lvl4pPr>
            <a:lvl5pPr indent="-304800" lvl="4" marL="2286000">
              <a:spcBef>
                <a:spcPts val="300"/>
              </a:spcBef>
              <a:spcAft>
                <a:spcPts val="0"/>
              </a:spcAft>
              <a:buClr>
                <a:schemeClr val="dk1"/>
              </a:buClr>
              <a:buSzPts val="1200"/>
              <a:buChar char="◦"/>
              <a:defRPr sz="1200">
                <a:solidFill>
                  <a:schemeClr val="dk1"/>
                </a:solidFill>
              </a:defRPr>
            </a:lvl5pPr>
            <a:lvl6pPr indent="-304800" lvl="5" marL="2743200">
              <a:spcBef>
                <a:spcPts val="300"/>
              </a:spcBef>
              <a:spcAft>
                <a:spcPts val="0"/>
              </a:spcAft>
              <a:buClr>
                <a:schemeClr val="dk1"/>
              </a:buClr>
              <a:buSzPts val="1200"/>
              <a:buChar char="◦"/>
              <a:defRPr sz="1200">
                <a:solidFill>
                  <a:schemeClr val="dk1"/>
                </a:solidFill>
              </a:defRPr>
            </a:lvl6pPr>
            <a:lvl7pPr indent="-304800" lvl="6" marL="3200400">
              <a:spcBef>
                <a:spcPts val="300"/>
              </a:spcBef>
              <a:spcAft>
                <a:spcPts val="0"/>
              </a:spcAft>
              <a:buClr>
                <a:schemeClr val="dk1"/>
              </a:buClr>
              <a:buSzPts val="1200"/>
              <a:buChar char="◦"/>
              <a:defRPr sz="1200">
                <a:solidFill>
                  <a:schemeClr val="dk1"/>
                </a:solidFill>
              </a:defRPr>
            </a:lvl7pPr>
            <a:lvl8pPr indent="-304800" lvl="7" marL="3657600">
              <a:spcBef>
                <a:spcPts val="300"/>
              </a:spcBef>
              <a:spcAft>
                <a:spcPts val="0"/>
              </a:spcAft>
              <a:buClr>
                <a:schemeClr val="dk1"/>
              </a:buClr>
              <a:buSzPts val="1200"/>
              <a:buChar char="◦"/>
              <a:defRPr sz="1200">
                <a:solidFill>
                  <a:schemeClr val="dk1"/>
                </a:solidFill>
              </a:defRPr>
            </a:lvl8pPr>
            <a:lvl9pPr indent="-304800" lvl="8" marL="4114800">
              <a:spcBef>
                <a:spcPts val="300"/>
              </a:spcBef>
              <a:spcAft>
                <a:spcPts val="300"/>
              </a:spcAft>
              <a:buClr>
                <a:schemeClr val="dk1"/>
              </a:buClr>
              <a:buSzPts val="1200"/>
              <a:buChar char="◦"/>
              <a:defRPr sz="1200">
                <a:solidFill>
                  <a:schemeClr val="dk1"/>
                </a:solidFill>
              </a:defRPr>
            </a:lvl9pPr>
          </a:lstStyle>
          <a:p/>
        </p:txBody>
      </p:sp>
      <p:sp>
        <p:nvSpPr>
          <p:cNvPr id="157" name="Google Shape;157;p32"/>
          <p:cNvSpPr txBox="1"/>
          <p:nvPr>
            <p:ph idx="2" type="body"/>
          </p:nvPr>
        </p:nvSpPr>
        <p:spPr>
          <a:xfrm>
            <a:off x="4832400" y="1152475"/>
            <a:ext cx="3999900" cy="3416400"/>
          </a:xfrm>
          <a:prstGeom prst="rect">
            <a:avLst/>
          </a:prstGeom>
        </p:spPr>
        <p:txBody>
          <a:bodyPr anchorCtr="0" anchor="t" bIns="34275" lIns="0" spcFirstLastPara="1" rIns="0" wrap="square" tIns="34275">
            <a:normAutofit/>
          </a:bodyPr>
          <a:lstStyle>
            <a:lvl1pPr indent="-317500" lvl="0" marL="457200">
              <a:spcBef>
                <a:spcPts val="900"/>
              </a:spcBef>
              <a:spcAft>
                <a:spcPts val="0"/>
              </a:spcAft>
              <a:buClr>
                <a:schemeClr val="dk1"/>
              </a:buClr>
              <a:buSzPts val="1400"/>
              <a:buChar char=" "/>
              <a:defRPr sz="1400">
                <a:solidFill>
                  <a:schemeClr val="dk1"/>
                </a:solidFill>
              </a:defRPr>
            </a:lvl1pPr>
            <a:lvl2pPr indent="-304800" lvl="1" marL="914400">
              <a:spcBef>
                <a:spcPts val="200"/>
              </a:spcBef>
              <a:spcAft>
                <a:spcPts val="0"/>
              </a:spcAft>
              <a:buClr>
                <a:schemeClr val="dk1"/>
              </a:buClr>
              <a:buSzPts val="1200"/>
              <a:buChar char="◦"/>
              <a:defRPr sz="1200">
                <a:solidFill>
                  <a:schemeClr val="dk1"/>
                </a:solidFill>
              </a:defRPr>
            </a:lvl2pPr>
            <a:lvl3pPr indent="-304800" lvl="2" marL="1371600">
              <a:spcBef>
                <a:spcPts val="300"/>
              </a:spcBef>
              <a:spcAft>
                <a:spcPts val="0"/>
              </a:spcAft>
              <a:buClr>
                <a:schemeClr val="dk1"/>
              </a:buClr>
              <a:buSzPts val="1200"/>
              <a:buChar char="◦"/>
              <a:defRPr sz="1200">
                <a:solidFill>
                  <a:schemeClr val="dk1"/>
                </a:solidFill>
              </a:defRPr>
            </a:lvl3pPr>
            <a:lvl4pPr indent="-304800" lvl="3" marL="1828800">
              <a:spcBef>
                <a:spcPts val="300"/>
              </a:spcBef>
              <a:spcAft>
                <a:spcPts val="0"/>
              </a:spcAft>
              <a:buClr>
                <a:schemeClr val="dk1"/>
              </a:buClr>
              <a:buSzPts val="1200"/>
              <a:buChar char="◦"/>
              <a:defRPr sz="1200">
                <a:solidFill>
                  <a:schemeClr val="dk1"/>
                </a:solidFill>
              </a:defRPr>
            </a:lvl4pPr>
            <a:lvl5pPr indent="-304800" lvl="4" marL="2286000">
              <a:spcBef>
                <a:spcPts val="300"/>
              </a:spcBef>
              <a:spcAft>
                <a:spcPts val="0"/>
              </a:spcAft>
              <a:buClr>
                <a:schemeClr val="dk1"/>
              </a:buClr>
              <a:buSzPts val="1200"/>
              <a:buChar char="◦"/>
              <a:defRPr sz="1200">
                <a:solidFill>
                  <a:schemeClr val="dk1"/>
                </a:solidFill>
              </a:defRPr>
            </a:lvl5pPr>
            <a:lvl6pPr indent="-304800" lvl="5" marL="2743200">
              <a:spcBef>
                <a:spcPts val="300"/>
              </a:spcBef>
              <a:spcAft>
                <a:spcPts val="0"/>
              </a:spcAft>
              <a:buClr>
                <a:schemeClr val="dk1"/>
              </a:buClr>
              <a:buSzPts val="1200"/>
              <a:buChar char="◦"/>
              <a:defRPr sz="1200">
                <a:solidFill>
                  <a:schemeClr val="dk1"/>
                </a:solidFill>
              </a:defRPr>
            </a:lvl6pPr>
            <a:lvl7pPr indent="-304800" lvl="6" marL="3200400">
              <a:spcBef>
                <a:spcPts val="300"/>
              </a:spcBef>
              <a:spcAft>
                <a:spcPts val="0"/>
              </a:spcAft>
              <a:buClr>
                <a:schemeClr val="dk1"/>
              </a:buClr>
              <a:buSzPts val="1200"/>
              <a:buChar char="◦"/>
              <a:defRPr sz="1200">
                <a:solidFill>
                  <a:schemeClr val="dk1"/>
                </a:solidFill>
              </a:defRPr>
            </a:lvl7pPr>
            <a:lvl8pPr indent="-304800" lvl="7" marL="3657600">
              <a:spcBef>
                <a:spcPts val="300"/>
              </a:spcBef>
              <a:spcAft>
                <a:spcPts val="0"/>
              </a:spcAft>
              <a:buClr>
                <a:schemeClr val="dk1"/>
              </a:buClr>
              <a:buSzPts val="1200"/>
              <a:buChar char="◦"/>
              <a:defRPr sz="1200">
                <a:solidFill>
                  <a:schemeClr val="dk1"/>
                </a:solidFill>
              </a:defRPr>
            </a:lvl8pPr>
            <a:lvl9pPr indent="-304800" lvl="8" marL="4114800">
              <a:spcBef>
                <a:spcPts val="300"/>
              </a:spcBef>
              <a:spcAft>
                <a:spcPts val="300"/>
              </a:spcAft>
              <a:buClr>
                <a:schemeClr val="dk1"/>
              </a:buClr>
              <a:buSzPts val="1200"/>
              <a:buChar char="◦"/>
              <a:defRPr sz="1200">
                <a:solidFill>
                  <a:schemeClr val="dk1"/>
                </a:solidFill>
              </a:defRPr>
            </a:lvl9pPr>
          </a:lstStyle>
          <a:p/>
        </p:txBody>
      </p:sp>
      <p:sp>
        <p:nvSpPr>
          <p:cNvPr id="158" name="Google Shape;158;p32"/>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59" name="Shape 159"/>
        <p:cNvGrpSpPr/>
        <p:nvPr/>
      </p:nvGrpSpPr>
      <p:grpSpPr>
        <a:xfrm>
          <a:off x="0" y="0"/>
          <a:ext cx="0" cy="0"/>
          <a:chOff x="0" y="0"/>
          <a:chExt cx="0" cy="0"/>
        </a:xfrm>
      </p:grpSpPr>
      <p:sp>
        <p:nvSpPr>
          <p:cNvPr id="160" name="Google Shape;160;p33"/>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36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1" name="Google Shape;161;p33"/>
          <p:cNvSpPr txBox="1"/>
          <p:nvPr>
            <p:ph idx="1" type="body"/>
          </p:nvPr>
        </p:nvSpPr>
        <p:spPr>
          <a:xfrm>
            <a:off x="311700" y="1152475"/>
            <a:ext cx="8484300" cy="3416400"/>
          </a:xfrm>
          <a:prstGeom prst="rect">
            <a:avLst/>
          </a:prstGeom>
        </p:spPr>
        <p:txBody>
          <a:bodyPr anchorCtr="0" anchor="t" bIns="34275" lIns="0" spcFirstLastPara="1" rIns="0" wrap="square" tIns="34275">
            <a:normAutofit/>
          </a:bodyPr>
          <a:lstStyle>
            <a:lvl1pPr indent="-317500" lvl="0" marL="457200">
              <a:spcBef>
                <a:spcPts val="900"/>
              </a:spcBef>
              <a:spcAft>
                <a:spcPts val="0"/>
              </a:spcAft>
              <a:buClr>
                <a:schemeClr val="dk1"/>
              </a:buClr>
              <a:buSzPts val="1400"/>
              <a:buChar char=" "/>
              <a:defRPr sz="1400">
                <a:solidFill>
                  <a:schemeClr val="dk1"/>
                </a:solidFill>
              </a:defRPr>
            </a:lvl1pPr>
            <a:lvl2pPr indent="-304800" lvl="1" marL="914400">
              <a:spcBef>
                <a:spcPts val="200"/>
              </a:spcBef>
              <a:spcAft>
                <a:spcPts val="0"/>
              </a:spcAft>
              <a:buClr>
                <a:schemeClr val="dk1"/>
              </a:buClr>
              <a:buSzPts val="1200"/>
              <a:buChar char="◦"/>
              <a:defRPr sz="1200">
                <a:solidFill>
                  <a:schemeClr val="dk1"/>
                </a:solidFill>
              </a:defRPr>
            </a:lvl2pPr>
            <a:lvl3pPr indent="-304800" lvl="2" marL="1371600">
              <a:spcBef>
                <a:spcPts val="300"/>
              </a:spcBef>
              <a:spcAft>
                <a:spcPts val="0"/>
              </a:spcAft>
              <a:buClr>
                <a:schemeClr val="dk1"/>
              </a:buClr>
              <a:buSzPts val="1200"/>
              <a:buChar char="◦"/>
              <a:defRPr sz="1200">
                <a:solidFill>
                  <a:schemeClr val="dk1"/>
                </a:solidFill>
              </a:defRPr>
            </a:lvl3pPr>
            <a:lvl4pPr indent="-304800" lvl="3" marL="1828800">
              <a:spcBef>
                <a:spcPts val="300"/>
              </a:spcBef>
              <a:spcAft>
                <a:spcPts val="0"/>
              </a:spcAft>
              <a:buClr>
                <a:schemeClr val="dk1"/>
              </a:buClr>
              <a:buSzPts val="1200"/>
              <a:buChar char="◦"/>
              <a:defRPr sz="1200">
                <a:solidFill>
                  <a:schemeClr val="dk1"/>
                </a:solidFill>
              </a:defRPr>
            </a:lvl4pPr>
            <a:lvl5pPr indent="-304800" lvl="4" marL="2286000">
              <a:spcBef>
                <a:spcPts val="300"/>
              </a:spcBef>
              <a:spcAft>
                <a:spcPts val="0"/>
              </a:spcAft>
              <a:buClr>
                <a:schemeClr val="dk1"/>
              </a:buClr>
              <a:buSzPts val="1200"/>
              <a:buChar char="◦"/>
              <a:defRPr sz="1200">
                <a:solidFill>
                  <a:schemeClr val="dk1"/>
                </a:solidFill>
              </a:defRPr>
            </a:lvl5pPr>
            <a:lvl6pPr indent="-304800" lvl="5" marL="2743200">
              <a:spcBef>
                <a:spcPts val="300"/>
              </a:spcBef>
              <a:spcAft>
                <a:spcPts val="0"/>
              </a:spcAft>
              <a:buClr>
                <a:schemeClr val="dk1"/>
              </a:buClr>
              <a:buSzPts val="1200"/>
              <a:buChar char="◦"/>
              <a:defRPr sz="1200">
                <a:solidFill>
                  <a:schemeClr val="dk1"/>
                </a:solidFill>
              </a:defRPr>
            </a:lvl6pPr>
            <a:lvl7pPr indent="-304800" lvl="6" marL="3200400">
              <a:spcBef>
                <a:spcPts val="300"/>
              </a:spcBef>
              <a:spcAft>
                <a:spcPts val="0"/>
              </a:spcAft>
              <a:buClr>
                <a:schemeClr val="dk1"/>
              </a:buClr>
              <a:buSzPts val="1200"/>
              <a:buChar char="◦"/>
              <a:defRPr sz="1200">
                <a:solidFill>
                  <a:schemeClr val="dk1"/>
                </a:solidFill>
              </a:defRPr>
            </a:lvl7pPr>
            <a:lvl8pPr indent="-304800" lvl="7" marL="3657600">
              <a:spcBef>
                <a:spcPts val="300"/>
              </a:spcBef>
              <a:spcAft>
                <a:spcPts val="0"/>
              </a:spcAft>
              <a:buClr>
                <a:schemeClr val="dk1"/>
              </a:buClr>
              <a:buSzPts val="1200"/>
              <a:buChar char="◦"/>
              <a:defRPr sz="1200">
                <a:solidFill>
                  <a:schemeClr val="dk1"/>
                </a:solidFill>
              </a:defRPr>
            </a:lvl8pPr>
            <a:lvl9pPr indent="-304800" lvl="8" marL="4114800">
              <a:spcBef>
                <a:spcPts val="300"/>
              </a:spcBef>
              <a:spcAft>
                <a:spcPts val="300"/>
              </a:spcAft>
              <a:buClr>
                <a:schemeClr val="dk1"/>
              </a:buClr>
              <a:buSzPts val="1200"/>
              <a:buChar char="◦"/>
              <a:defRPr sz="1200">
                <a:solidFill>
                  <a:schemeClr val="dk1"/>
                </a:solidFill>
              </a:defRPr>
            </a:lvl9pPr>
          </a:lstStyle>
          <a:p/>
        </p:txBody>
      </p:sp>
      <p:sp>
        <p:nvSpPr>
          <p:cNvPr id="162" name="Google Shape;162;p3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agraph Subtitle" showMasterSp="0">
  <p:cSld name="Paragraph Subtitle">
    <p:bg>
      <p:bgPr>
        <a:solidFill>
          <a:srgbClr val="C9DAF8"/>
        </a:solidFill>
      </p:bgPr>
    </p:bg>
    <p:spTree>
      <p:nvGrpSpPr>
        <p:cNvPr id="163" name="Shape 163"/>
        <p:cNvGrpSpPr/>
        <p:nvPr/>
      </p:nvGrpSpPr>
      <p:grpSpPr>
        <a:xfrm>
          <a:off x="0" y="0"/>
          <a:ext cx="0" cy="0"/>
          <a:chOff x="0" y="0"/>
          <a:chExt cx="0" cy="0"/>
        </a:xfrm>
      </p:grpSpPr>
      <p:sp>
        <p:nvSpPr>
          <p:cNvPr id="164" name="Google Shape;164;p34"/>
          <p:cNvSpPr txBox="1"/>
          <p:nvPr>
            <p:ph idx="1" type="body"/>
          </p:nvPr>
        </p:nvSpPr>
        <p:spPr>
          <a:xfrm>
            <a:off x="571500" y="1809750"/>
            <a:ext cx="8001000" cy="2286000"/>
          </a:xfrm>
          <a:prstGeom prst="rect">
            <a:avLst/>
          </a:prstGeom>
          <a:noFill/>
          <a:ln>
            <a:noFill/>
          </a:ln>
        </p:spPr>
        <p:txBody>
          <a:bodyPr anchorCtr="0" anchor="t" bIns="0" lIns="0" spcFirstLastPara="1" rIns="0" wrap="square" tIns="0">
            <a:normAutofit/>
          </a:bodyPr>
          <a:lstStyle>
            <a:lvl1pPr indent="-228600" lvl="0" marL="457200" algn="l">
              <a:lnSpc>
                <a:spcPct val="120000"/>
              </a:lnSpc>
              <a:spcBef>
                <a:spcPts val="800"/>
              </a:spcBef>
              <a:spcAft>
                <a:spcPts val="0"/>
              </a:spcAft>
              <a:buClr>
                <a:srgbClr val="385998"/>
              </a:buClr>
              <a:buSzPts val="2600"/>
              <a:buFont typeface="Arial"/>
              <a:buNone/>
              <a:defRPr sz="2600">
                <a:solidFill>
                  <a:schemeClr val="lt1"/>
                </a:solidFill>
                <a:latin typeface="Arial"/>
                <a:ea typeface="Arial"/>
                <a:cs typeface="Arial"/>
                <a:sym typeface="Arial"/>
              </a:defRPr>
            </a:lvl1pPr>
            <a:lvl2pPr indent="-387350" lvl="1" marL="914400" algn="l">
              <a:lnSpc>
                <a:spcPct val="120000"/>
              </a:lnSpc>
              <a:spcBef>
                <a:spcPts val="400"/>
              </a:spcBef>
              <a:spcAft>
                <a:spcPts val="0"/>
              </a:spcAft>
              <a:buClr>
                <a:srgbClr val="385998"/>
              </a:buClr>
              <a:buSzPts val="2500"/>
              <a:buFont typeface="Arial"/>
              <a:buChar char="•"/>
              <a:defRPr sz="2500">
                <a:solidFill>
                  <a:schemeClr val="lt1"/>
                </a:solidFill>
                <a:latin typeface="Arial"/>
                <a:ea typeface="Arial"/>
                <a:cs typeface="Arial"/>
                <a:sym typeface="Arial"/>
              </a:defRPr>
            </a:lvl2pPr>
            <a:lvl3pPr indent="-374650" lvl="2" marL="1371600" algn="l">
              <a:lnSpc>
                <a:spcPct val="120000"/>
              </a:lnSpc>
              <a:spcBef>
                <a:spcPts val="400"/>
              </a:spcBef>
              <a:spcAft>
                <a:spcPts val="0"/>
              </a:spcAft>
              <a:buClr>
                <a:srgbClr val="385998"/>
              </a:buClr>
              <a:buSzPts val="2300"/>
              <a:buFont typeface="Arial"/>
              <a:buChar char="•"/>
              <a:defRPr sz="2300">
                <a:solidFill>
                  <a:schemeClr val="lt1"/>
                </a:solidFill>
                <a:latin typeface="Arial"/>
                <a:ea typeface="Arial"/>
                <a:cs typeface="Arial"/>
                <a:sym typeface="Arial"/>
              </a:defRPr>
            </a:lvl3pPr>
            <a:lvl4pPr indent="-355600" lvl="3" marL="1828800" algn="l">
              <a:lnSpc>
                <a:spcPct val="120000"/>
              </a:lnSpc>
              <a:spcBef>
                <a:spcPts val="400"/>
              </a:spcBef>
              <a:spcAft>
                <a:spcPts val="0"/>
              </a:spcAft>
              <a:buClr>
                <a:srgbClr val="385998"/>
              </a:buClr>
              <a:buSzPts val="2000"/>
              <a:buFont typeface="Arial"/>
              <a:buChar char="•"/>
              <a:defRPr sz="2000">
                <a:solidFill>
                  <a:schemeClr val="lt1"/>
                </a:solidFill>
                <a:latin typeface="Arial"/>
                <a:ea typeface="Arial"/>
                <a:cs typeface="Arial"/>
                <a:sym typeface="Arial"/>
              </a:defRPr>
            </a:lvl4pPr>
            <a:lvl5pPr indent="-342900" lvl="4" marL="2286000" algn="l">
              <a:lnSpc>
                <a:spcPct val="120000"/>
              </a:lnSpc>
              <a:spcBef>
                <a:spcPts val="400"/>
              </a:spcBef>
              <a:spcAft>
                <a:spcPts val="0"/>
              </a:spcAft>
              <a:buClr>
                <a:srgbClr val="385998"/>
              </a:buClr>
              <a:buSzPts val="1800"/>
              <a:buFont typeface="Arial"/>
              <a:buChar char="•"/>
              <a:defRPr sz="1800">
                <a:solidFill>
                  <a:schemeClr val="lt1"/>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300"/>
              </a:spcAft>
              <a:buClr>
                <a:schemeClr val="dk1"/>
              </a:buClr>
              <a:buSzPts val="1400"/>
              <a:buChar char="◦"/>
              <a:defRPr/>
            </a:lvl9pPr>
          </a:lstStyle>
          <a:p/>
        </p:txBody>
      </p:sp>
      <p:sp>
        <p:nvSpPr>
          <p:cNvPr id="165" name="Google Shape;165;p34"/>
          <p:cNvSpPr txBox="1"/>
          <p:nvPr>
            <p:ph type="title"/>
          </p:nvPr>
        </p:nvSpPr>
        <p:spPr>
          <a:xfrm>
            <a:off x="571500" y="390525"/>
            <a:ext cx="8001000" cy="6894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1"/>
              </a:buClr>
              <a:buSzPts val="3800"/>
              <a:buFont typeface="Arial"/>
              <a:buNone/>
              <a:defRPr b="1" i="0" sz="3800">
                <a:solidFill>
                  <a:schemeClr val="accen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6" name="Google Shape;166;p34"/>
          <p:cNvSpPr txBox="1"/>
          <p:nvPr>
            <p:ph idx="2" type="body"/>
          </p:nvPr>
        </p:nvSpPr>
        <p:spPr>
          <a:xfrm>
            <a:off x="571500" y="1095375"/>
            <a:ext cx="8001000" cy="419100"/>
          </a:xfrm>
          <a:prstGeom prst="rect">
            <a:avLst/>
          </a:prstGeom>
          <a:noFill/>
          <a:ln>
            <a:noFill/>
          </a:ln>
        </p:spPr>
        <p:txBody>
          <a:bodyPr anchorCtr="0" anchor="t" bIns="0" lIns="0" spcFirstLastPara="1" rIns="0" wrap="square" tIns="0">
            <a:normAutofit/>
          </a:bodyPr>
          <a:lstStyle>
            <a:lvl1pPr indent="-374650" lvl="0" marL="457200" algn="l">
              <a:lnSpc>
                <a:spcPct val="90000"/>
              </a:lnSpc>
              <a:spcBef>
                <a:spcPts val="800"/>
              </a:spcBef>
              <a:spcAft>
                <a:spcPts val="0"/>
              </a:spcAft>
              <a:buClr>
                <a:schemeClr val="accent6"/>
              </a:buClr>
              <a:buSzPts val="2300"/>
              <a:buChar char=" "/>
              <a:defRPr sz="2300">
                <a:solidFill>
                  <a:schemeClr val="accent6"/>
                </a:solidFill>
                <a:latin typeface="Arial"/>
                <a:ea typeface="Arial"/>
                <a:cs typeface="Arial"/>
                <a:sym typeface="Arial"/>
              </a:defRPr>
            </a:lvl1pPr>
            <a:lvl2pPr indent="-374650" lvl="1" marL="914400" algn="l">
              <a:lnSpc>
                <a:spcPct val="90000"/>
              </a:lnSpc>
              <a:spcBef>
                <a:spcPts val="400"/>
              </a:spcBef>
              <a:spcAft>
                <a:spcPts val="0"/>
              </a:spcAft>
              <a:buClr>
                <a:srgbClr val="5890FF"/>
              </a:buClr>
              <a:buSzPts val="2300"/>
              <a:buChar char="◦"/>
              <a:defRPr sz="2300">
                <a:solidFill>
                  <a:srgbClr val="5890FF"/>
                </a:solidFill>
                <a:latin typeface="Arial"/>
                <a:ea typeface="Arial"/>
                <a:cs typeface="Arial"/>
                <a:sym typeface="Arial"/>
              </a:defRPr>
            </a:lvl2pPr>
            <a:lvl3pPr indent="-374650" lvl="2" marL="1371600" algn="l">
              <a:lnSpc>
                <a:spcPct val="90000"/>
              </a:lnSpc>
              <a:spcBef>
                <a:spcPts val="400"/>
              </a:spcBef>
              <a:spcAft>
                <a:spcPts val="0"/>
              </a:spcAft>
              <a:buClr>
                <a:srgbClr val="5890FF"/>
              </a:buClr>
              <a:buSzPts val="2300"/>
              <a:buChar char="◦"/>
              <a:defRPr sz="2300">
                <a:solidFill>
                  <a:srgbClr val="5890FF"/>
                </a:solidFill>
                <a:latin typeface="Arial"/>
                <a:ea typeface="Arial"/>
                <a:cs typeface="Arial"/>
                <a:sym typeface="Arial"/>
              </a:defRPr>
            </a:lvl3pPr>
            <a:lvl4pPr indent="-374650" lvl="3" marL="1828800" algn="l">
              <a:lnSpc>
                <a:spcPct val="90000"/>
              </a:lnSpc>
              <a:spcBef>
                <a:spcPts val="400"/>
              </a:spcBef>
              <a:spcAft>
                <a:spcPts val="0"/>
              </a:spcAft>
              <a:buClr>
                <a:srgbClr val="5890FF"/>
              </a:buClr>
              <a:buSzPts val="2300"/>
              <a:buChar char="◦"/>
              <a:defRPr sz="2300">
                <a:solidFill>
                  <a:srgbClr val="5890FF"/>
                </a:solidFill>
                <a:latin typeface="Arial"/>
                <a:ea typeface="Arial"/>
                <a:cs typeface="Arial"/>
                <a:sym typeface="Arial"/>
              </a:defRPr>
            </a:lvl4pPr>
            <a:lvl5pPr indent="-374650" lvl="4" marL="2286000" algn="l">
              <a:lnSpc>
                <a:spcPct val="90000"/>
              </a:lnSpc>
              <a:spcBef>
                <a:spcPts val="400"/>
              </a:spcBef>
              <a:spcAft>
                <a:spcPts val="0"/>
              </a:spcAft>
              <a:buClr>
                <a:srgbClr val="5890FF"/>
              </a:buClr>
              <a:buSzPts val="2300"/>
              <a:buChar char="◦"/>
              <a:defRPr sz="2300">
                <a:solidFill>
                  <a:srgbClr val="5890FF"/>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300"/>
              </a:spcAft>
              <a:buClr>
                <a:schemeClr val="dk1"/>
              </a:buClr>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67" name="Shape 167"/>
        <p:cNvGrpSpPr/>
        <p:nvPr/>
      </p:nvGrpSpPr>
      <p:grpSpPr>
        <a:xfrm>
          <a:off x="0" y="0"/>
          <a:ext cx="0" cy="0"/>
          <a:chOff x="0" y="0"/>
          <a:chExt cx="0" cy="0"/>
        </a:xfrm>
      </p:grpSpPr>
      <p:sp>
        <p:nvSpPr>
          <p:cNvPr id="168" name="Google Shape;168;p35"/>
          <p:cNvSpPr txBox="1"/>
          <p:nvPr>
            <p:ph type="ctrTitle"/>
          </p:nvPr>
        </p:nvSpPr>
        <p:spPr>
          <a:xfrm>
            <a:off x="995503" y="1771535"/>
            <a:ext cx="7152900" cy="5541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262626"/>
              </a:buClr>
              <a:buSzPts val="4000"/>
              <a:buFont typeface="Georgia"/>
              <a:buNone/>
              <a:defRPr b="0" i="0" sz="4000">
                <a:solidFill>
                  <a:srgbClr val="262626"/>
                </a:solidFill>
                <a:latin typeface="Georgia"/>
                <a:ea typeface="Georgia"/>
                <a:cs typeface="Georgia"/>
                <a:sym typeface="Georgia"/>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9" name="Google Shape;169;p35"/>
          <p:cNvSpPr txBox="1"/>
          <p:nvPr>
            <p:ph idx="1" type="subTitle"/>
          </p:nvPr>
        </p:nvSpPr>
        <p:spPr>
          <a:xfrm>
            <a:off x="1322011" y="3177458"/>
            <a:ext cx="6500100" cy="554100"/>
          </a:xfrm>
          <a:prstGeom prst="rect">
            <a:avLst/>
          </a:prstGeom>
          <a:noFill/>
          <a:ln>
            <a:noFill/>
          </a:ln>
        </p:spPr>
        <p:txBody>
          <a:bodyPr anchorCtr="0" anchor="t" bIns="0" lIns="0" spcFirstLastPara="1" rIns="0" wrap="square" tIns="0">
            <a:spAutoFit/>
          </a:bodyPr>
          <a:lstStyle>
            <a:lvl1pPr lvl="0" algn="l">
              <a:lnSpc>
                <a:spcPct val="90000"/>
              </a:lnSpc>
              <a:spcBef>
                <a:spcPts val="800"/>
              </a:spcBef>
              <a:spcAft>
                <a:spcPts val="0"/>
              </a:spcAft>
              <a:buClr>
                <a:srgbClr val="262626"/>
              </a:buClr>
              <a:buSzPts val="4000"/>
              <a:buChar char=" "/>
              <a:defRPr b="0" i="0" sz="4000">
                <a:solidFill>
                  <a:srgbClr val="262626"/>
                </a:solidFill>
                <a:latin typeface="Georgia"/>
                <a:ea typeface="Georgia"/>
                <a:cs typeface="Georgia"/>
                <a:sym typeface="Georgia"/>
              </a:defRPr>
            </a:lvl1pPr>
            <a:lvl2pPr lvl="1" algn="l">
              <a:lnSpc>
                <a:spcPct val="90000"/>
              </a:lnSpc>
              <a:spcBef>
                <a:spcPts val="400"/>
              </a:spcBef>
              <a:spcAft>
                <a:spcPts val="0"/>
              </a:spcAft>
              <a:buClr>
                <a:schemeClr val="dk1"/>
              </a:buClr>
              <a:buSzPts val="1400"/>
              <a:buChar char="◦"/>
              <a:defRPr/>
            </a:lvl2pPr>
            <a:lvl3pPr lvl="2" algn="l">
              <a:lnSpc>
                <a:spcPct val="90000"/>
              </a:lnSpc>
              <a:spcBef>
                <a:spcPts val="400"/>
              </a:spcBef>
              <a:spcAft>
                <a:spcPts val="0"/>
              </a:spcAft>
              <a:buClr>
                <a:schemeClr val="dk1"/>
              </a:buClr>
              <a:buSzPts val="1400"/>
              <a:buChar char="◦"/>
              <a:defRPr/>
            </a:lvl3pPr>
            <a:lvl4pPr lvl="3" algn="l">
              <a:lnSpc>
                <a:spcPct val="90000"/>
              </a:lnSpc>
              <a:spcBef>
                <a:spcPts val="400"/>
              </a:spcBef>
              <a:spcAft>
                <a:spcPts val="0"/>
              </a:spcAft>
              <a:buClr>
                <a:schemeClr val="dk1"/>
              </a:buClr>
              <a:buSzPts val="1400"/>
              <a:buChar char="◦"/>
              <a:defRPr/>
            </a:lvl4pPr>
            <a:lvl5pPr lvl="4" algn="l">
              <a:lnSpc>
                <a:spcPct val="9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300"/>
              </a:spcAft>
              <a:buClr>
                <a:schemeClr val="dk1"/>
              </a:buClr>
              <a:buSzPts val="1400"/>
              <a:buChar char="◦"/>
              <a:defRPr/>
            </a:lvl9pPr>
          </a:lstStyle>
          <a:p/>
        </p:txBody>
      </p:sp>
      <p:sp>
        <p:nvSpPr>
          <p:cNvPr id="170" name="Google Shape;170;p35"/>
          <p:cNvSpPr txBox="1"/>
          <p:nvPr>
            <p:ph idx="11" type="ftr"/>
          </p:nvPr>
        </p:nvSpPr>
        <p:spPr>
          <a:xfrm>
            <a:off x="3028950" y="4767263"/>
            <a:ext cx="3086100" cy="2739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100"/>
              <a:buNone/>
              <a:defRPr>
                <a:solidFill>
                  <a:srgbClr val="888888"/>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1" name="Google Shape;171;p35"/>
          <p:cNvSpPr txBox="1"/>
          <p:nvPr>
            <p:ph idx="10" type="dt"/>
          </p:nvPr>
        </p:nvSpPr>
        <p:spPr>
          <a:xfrm>
            <a:off x="628650" y="4767263"/>
            <a:ext cx="2057400" cy="2739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100"/>
              <a:buNone/>
              <a:defRPr sz="1100">
                <a:solidFill>
                  <a:srgbClr val="888888"/>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72" name="Google Shape;172;p35"/>
          <p:cNvSpPr txBox="1"/>
          <p:nvPr>
            <p:ph idx="12" type="sldNum"/>
          </p:nvPr>
        </p:nvSpPr>
        <p:spPr>
          <a:xfrm>
            <a:off x="6457950" y="4767263"/>
            <a:ext cx="2057400" cy="273900"/>
          </a:xfrm>
          <a:prstGeom prst="rect">
            <a:avLst/>
          </a:prstGeom>
          <a:noFill/>
          <a:ln>
            <a:noFill/>
          </a:ln>
        </p:spPr>
        <p:txBody>
          <a:bodyPr anchorCtr="0" anchor="ctr" bIns="0" lIns="0" spcFirstLastPara="1" rIns="0" wrap="square" tIns="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sz="9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7" Type="http://schemas.openxmlformats.org/officeDocument/2006/relationships/slideLayout" Target="../slideLayouts/slideLayout31.xml"/><Relationship Id="rId16" Type="http://schemas.openxmlformats.org/officeDocument/2006/relationships/slideLayout" Target="../slideLayouts/slideLayout30.xml"/><Relationship Id="rId5" Type="http://schemas.openxmlformats.org/officeDocument/2006/relationships/slideLayout" Target="../slideLayouts/slideLayout19.xml"/><Relationship Id="rId19" Type="http://schemas.openxmlformats.org/officeDocument/2006/relationships/slideLayout" Target="../slideLayouts/slideLayout33.xml"/><Relationship Id="rId6" Type="http://schemas.openxmlformats.org/officeDocument/2006/relationships/slideLayout" Target="../slideLayouts/slideLayout20.xml"/><Relationship Id="rId18" Type="http://schemas.openxmlformats.org/officeDocument/2006/relationships/slideLayout" Target="../slideLayouts/slideLayout32.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sp>
        <p:nvSpPr>
          <p:cNvPr id="65" name="Google Shape;65;p16"/>
          <p:cNvSpPr/>
          <p:nvPr/>
        </p:nvSpPr>
        <p:spPr>
          <a:xfrm>
            <a:off x="0" y="4953363"/>
            <a:ext cx="9145800" cy="190200"/>
          </a:xfrm>
          <a:prstGeom prst="rect">
            <a:avLst/>
          </a:prstGeom>
          <a:solidFill>
            <a:srgbClr val="C4123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Arial"/>
              <a:ea typeface="Arial"/>
              <a:cs typeface="Arial"/>
              <a:sym typeface="Arial"/>
            </a:endParaRPr>
          </a:p>
        </p:txBody>
      </p:sp>
      <p:sp>
        <p:nvSpPr>
          <p:cNvPr id="66" name="Google Shape;66;p16"/>
          <p:cNvSpPr txBox="1"/>
          <p:nvPr>
            <p:ph type="title"/>
          </p:nvPr>
        </p:nvSpPr>
        <p:spPr>
          <a:xfrm>
            <a:off x="258024" y="243757"/>
            <a:ext cx="8725200" cy="516300"/>
          </a:xfrm>
          <a:prstGeom prst="rect">
            <a:avLst/>
          </a:prstGeom>
          <a:noFill/>
          <a:ln>
            <a:noFill/>
          </a:ln>
        </p:spPr>
        <p:txBody>
          <a:bodyPr anchorCtr="0" anchor="b" bIns="34275" lIns="68575" spcFirstLastPara="1" rIns="68575" wrap="square" tIns="34275">
            <a:normAutofit/>
          </a:bodyPr>
          <a:lstStyle>
            <a:lvl1pPr lvl="0" marR="0" algn="l">
              <a:lnSpc>
                <a:spcPct val="85000"/>
              </a:lnSpc>
              <a:spcBef>
                <a:spcPts val="0"/>
              </a:spcBef>
              <a:spcAft>
                <a:spcPts val="0"/>
              </a:spcAft>
              <a:buClr>
                <a:srgbClr val="B3112C"/>
              </a:buClr>
              <a:buSzPts val="3600"/>
              <a:buFont typeface="Arial"/>
              <a:buNone/>
              <a:defRPr b="1" i="0" sz="3600" u="none" cap="none" strike="noStrike">
                <a:solidFill>
                  <a:srgbClr val="B3112C"/>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7" name="Google Shape;67;p16"/>
          <p:cNvSpPr txBox="1"/>
          <p:nvPr>
            <p:ph idx="1" type="body"/>
          </p:nvPr>
        </p:nvSpPr>
        <p:spPr>
          <a:xfrm>
            <a:off x="258024" y="832757"/>
            <a:ext cx="8725200" cy="4022100"/>
          </a:xfrm>
          <a:prstGeom prst="rect">
            <a:avLst/>
          </a:prstGeom>
          <a:noFill/>
          <a:ln>
            <a:noFill/>
          </a:ln>
        </p:spPr>
        <p:txBody>
          <a:bodyPr anchorCtr="0" anchor="t" bIns="34275" lIns="0" spcFirstLastPara="1" rIns="0" wrap="square" tIns="34275">
            <a:normAutofit/>
          </a:bodyPr>
          <a:lstStyle>
            <a:lvl1pPr indent="-323850" lvl="0" marL="457200" marR="0" algn="l">
              <a:lnSpc>
                <a:spcPct val="90000"/>
              </a:lnSpc>
              <a:spcBef>
                <a:spcPts val="900"/>
              </a:spcBef>
              <a:spcAft>
                <a:spcPts val="0"/>
              </a:spcAft>
              <a:buClr>
                <a:schemeClr val="accent1"/>
              </a:buClr>
              <a:buSzPts val="1500"/>
              <a:buFont typeface="Calibri"/>
              <a:buChar char=" "/>
              <a:defRPr b="0" i="0" sz="1500" u="none" cap="none" strike="noStrike">
                <a:solidFill>
                  <a:srgbClr val="3F3F3F"/>
                </a:solidFill>
                <a:latin typeface="Arial"/>
                <a:ea typeface="Arial"/>
                <a:cs typeface="Arial"/>
                <a:sym typeface="Arial"/>
              </a:defRPr>
            </a:lvl1pPr>
            <a:lvl2pPr indent="-317500" lvl="1" marL="914400" marR="0" algn="l">
              <a:lnSpc>
                <a:spcPct val="90000"/>
              </a:lnSpc>
              <a:spcBef>
                <a:spcPts val="200"/>
              </a:spcBef>
              <a:spcAft>
                <a:spcPts val="0"/>
              </a:spcAft>
              <a:buClr>
                <a:srgbClr val="C41230"/>
              </a:buClr>
              <a:buSzPts val="1400"/>
              <a:buFont typeface="Calibri"/>
              <a:buChar char="◦"/>
              <a:defRPr b="0" i="0" sz="1400" u="none" cap="none" strike="noStrike">
                <a:solidFill>
                  <a:srgbClr val="3F3F3F"/>
                </a:solidFill>
                <a:latin typeface="Arial"/>
                <a:ea typeface="Arial"/>
                <a:cs typeface="Arial"/>
                <a:sym typeface="Arial"/>
              </a:defRPr>
            </a:lvl2pPr>
            <a:lvl3pPr indent="-298450" lvl="2" marL="1371600" marR="0" algn="l">
              <a:lnSpc>
                <a:spcPct val="90000"/>
              </a:lnSpc>
              <a:spcBef>
                <a:spcPts val="300"/>
              </a:spcBef>
              <a:spcAft>
                <a:spcPts val="0"/>
              </a:spcAft>
              <a:buClr>
                <a:srgbClr val="C41230"/>
              </a:buClr>
              <a:buSzPts val="1100"/>
              <a:buFont typeface="Calibri"/>
              <a:buChar char="◦"/>
              <a:defRPr b="0" i="0" sz="1100" u="none" cap="none" strike="noStrike">
                <a:solidFill>
                  <a:srgbClr val="3F3F3F"/>
                </a:solidFill>
                <a:latin typeface="Arial"/>
                <a:ea typeface="Arial"/>
                <a:cs typeface="Arial"/>
                <a:sym typeface="Arial"/>
              </a:defRPr>
            </a:lvl3pPr>
            <a:lvl4pPr indent="-298450" lvl="3" marL="1828800" marR="0" algn="l">
              <a:lnSpc>
                <a:spcPct val="90000"/>
              </a:lnSpc>
              <a:spcBef>
                <a:spcPts val="300"/>
              </a:spcBef>
              <a:spcAft>
                <a:spcPts val="0"/>
              </a:spcAft>
              <a:buClr>
                <a:srgbClr val="C41230"/>
              </a:buClr>
              <a:buSzPts val="1100"/>
              <a:buFont typeface="Calibri"/>
              <a:buChar char="◦"/>
              <a:defRPr b="0" i="0" sz="1100" u="none" cap="none" strike="noStrike">
                <a:solidFill>
                  <a:srgbClr val="3F3F3F"/>
                </a:solidFill>
                <a:latin typeface="Arial"/>
                <a:ea typeface="Arial"/>
                <a:cs typeface="Arial"/>
                <a:sym typeface="Arial"/>
              </a:defRPr>
            </a:lvl4pPr>
            <a:lvl5pPr indent="-298450" lvl="4" marL="2286000" marR="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Arial"/>
                <a:ea typeface="Arial"/>
                <a:cs typeface="Arial"/>
                <a:sym typeface="Arial"/>
              </a:defRPr>
            </a:lvl5pPr>
            <a:lvl6pPr indent="-298450" lvl="5" marL="2743200" marR="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Times New Roman"/>
                <a:ea typeface="Times New Roman"/>
                <a:cs typeface="Times New Roman"/>
                <a:sym typeface="Times New Roman"/>
              </a:defRPr>
            </a:lvl6pPr>
            <a:lvl7pPr indent="-298450" lvl="6" marL="3200400" marR="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Times New Roman"/>
                <a:ea typeface="Times New Roman"/>
                <a:cs typeface="Times New Roman"/>
                <a:sym typeface="Times New Roman"/>
              </a:defRPr>
            </a:lvl7pPr>
            <a:lvl8pPr indent="-298450" lvl="7" marL="3657600" marR="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Times New Roman"/>
                <a:ea typeface="Times New Roman"/>
                <a:cs typeface="Times New Roman"/>
                <a:sym typeface="Times New Roman"/>
              </a:defRPr>
            </a:lvl8pPr>
            <a:lvl9pPr indent="-298450" lvl="8" marL="4114800" marR="0" algn="l">
              <a:lnSpc>
                <a:spcPct val="90000"/>
              </a:lnSpc>
              <a:spcBef>
                <a:spcPts val="300"/>
              </a:spcBef>
              <a:spcAft>
                <a:spcPts val="300"/>
              </a:spcAft>
              <a:buClr>
                <a:schemeClr val="accent1"/>
              </a:buClr>
              <a:buSzPts val="1100"/>
              <a:buFont typeface="Calibri"/>
              <a:buChar char="◦"/>
              <a:defRPr b="0" i="0" sz="1100" u="none" cap="none" strike="noStrike">
                <a:solidFill>
                  <a:srgbClr val="3F3F3F"/>
                </a:solidFill>
                <a:latin typeface="Times New Roman"/>
                <a:ea typeface="Times New Roman"/>
                <a:cs typeface="Times New Roman"/>
                <a:sym typeface="Times New Roman"/>
              </a:defRPr>
            </a:lvl9pPr>
          </a:lstStyle>
          <a:p/>
        </p:txBody>
      </p:sp>
      <p:sp>
        <p:nvSpPr>
          <p:cNvPr id="68" name="Google Shape;68;p16"/>
          <p:cNvSpPr txBox="1"/>
          <p:nvPr/>
        </p:nvSpPr>
        <p:spPr>
          <a:xfrm>
            <a:off x="82550" y="4953363"/>
            <a:ext cx="4363800" cy="165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1" sz="600" u="none" cap="none">
              <a:solidFill>
                <a:srgbClr val="FFFFFF"/>
              </a:solidFill>
              <a:latin typeface="Arial"/>
              <a:ea typeface="Arial"/>
              <a:cs typeface="Arial"/>
              <a:sym typeface="Arial"/>
            </a:endParaRPr>
          </a:p>
        </p:txBody>
      </p:sp>
      <p:sp>
        <p:nvSpPr>
          <p:cNvPr id="69" name="Google Shape;69;p16"/>
          <p:cNvSpPr txBox="1"/>
          <p:nvPr>
            <p:ph idx="11" type="ftr"/>
          </p:nvPr>
        </p:nvSpPr>
        <p:spPr>
          <a:xfrm>
            <a:off x="82549" y="4953363"/>
            <a:ext cx="4668000" cy="1902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1" sz="800">
                <a:solidFill>
                  <a:schemeClr val="lt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2pPr>
            <a:lvl3pPr lvl="2"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3pPr>
            <a:lvl4pPr lvl="3"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4pPr>
            <a:lvl5pPr lvl="4"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5pPr>
            <a:lvl6pPr lvl="5"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6pPr>
            <a:lvl7pPr lvl="6"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7pPr>
            <a:lvl8pPr lvl="7"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8pPr>
            <a:lvl9pPr lvl="8" marR="0" algn="l">
              <a:spcBef>
                <a:spcPts val="0"/>
              </a:spcBef>
              <a:spcAft>
                <a:spcPts val="0"/>
              </a:spcAft>
              <a:buSzPts val="1100"/>
              <a:buNone/>
              <a:defRPr b="0" i="0" sz="1400" u="none" cap="none" strike="noStrike">
                <a:solidFill>
                  <a:schemeClr val="dk1"/>
                </a:solidFill>
                <a:latin typeface="Times New Roman"/>
                <a:ea typeface="Times New Roman"/>
                <a:cs typeface="Times New Roman"/>
                <a:sym typeface="Times New Roman"/>
              </a:defRPr>
            </a:lvl9pPr>
          </a:lstStyle>
          <a:p/>
        </p:txBody>
      </p:sp>
      <p:sp>
        <p:nvSpPr>
          <p:cNvPr id="70" name="Google Shape;70;p16"/>
          <p:cNvSpPr txBox="1"/>
          <p:nvPr>
            <p:ph idx="12" type="sldNum"/>
          </p:nvPr>
        </p:nvSpPr>
        <p:spPr>
          <a:xfrm>
            <a:off x="7004050" y="4952999"/>
            <a:ext cx="2057400" cy="1653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1" sz="800" u="none">
                <a:solidFill>
                  <a:schemeClr val="lt1"/>
                </a:solidFill>
                <a:latin typeface="Arial"/>
                <a:ea typeface="Arial"/>
                <a:cs typeface="Arial"/>
                <a:sym typeface="Arial"/>
              </a:defRPr>
            </a:lvl1pPr>
            <a:lvl2pPr indent="0" lvl="1" marL="0" marR="0" algn="r">
              <a:spcBef>
                <a:spcPts val="0"/>
              </a:spcBef>
              <a:buNone/>
              <a:defRPr b="1" sz="800" u="none">
                <a:solidFill>
                  <a:schemeClr val="lt1"/>
                </a:solidFill>
                <a:latin typeface="Arial"/>
                <a:ea typeface="Arial"/>
                <a:cs typeface="Arial"/>
                <a:sym typeface="Arial"/>
              </a:defRPr>
            </a:lvl2pPr>
            <a:lvl3pPr indent="0" lvl="2" marL="0" marR="0" algn="r">
              <a:spcBef>
                <a:spcPts val="0"/>
              </a:spcBef>
              <a:buNone/>
              <a:defRPr b="1" sz="800" u="none">
                <a:solidFill>
                  <a:schemeClr val="lt1"/>
                </a:solidFill>
                <a:latin typeface="Arial"/>
                <a:ea typeface="Arial"/>
                <a:cs typeface="Arial"/>
                <a:sym typeface="Arial"/>
              </a:defRPr>
            </a:lvl3pPr>
            <a:lvl4pPr indent="0" lvl="3" marL="0" marR="0" algn="r">
              <a:spcBef>
                <a:spcPts val="0"/>
              </a:spcBef>
              <a:buNone/>
              <a:defRPr b="1" sz="800" u="none">
                <a:solidFill>
                  <a:schemeClr val="lt1"/>
                </a:solidFill>
                <a:latin typeface="Arial"/>
                <a:ea typeface="Arial"/>
                <a:cs typeface="Arial"/>
                <a:sym typeface="Arial"/>
              </a:defRPr>
            </a:lvl4pPr>
            <a:lvl5pPr indent="0" lvl="4" marL="0" marR="0" algn="r">
              <a:spcBef>
                <a:spcPts val="0"/>
              </a:spcBef>
              <a:buNone/>
              <a:defRPr b="1" sz="800" u="none">
                <a:solidFill>
                  <a:schemeClr val="lt1"/>
                </a:solidFill>
                <a:latin typeface="Arial"/>
                <a:ea typeface="Arial"/>
                <a:cs typeface="Arial"/>
                <a:sym typeface="Arial"/>
              </a:defRPr>
            </a:lvl5pPr>
            <a:lvl6pPr indent="0" lvl="5" marL="0" marR="0" algn="r">
              <a:spcBef>
                <a:spcPts val="0"/>
              </a:spcBef>
              <a:buNone/>
              <a:defRPr b="1" sz="800" u="none">
                <a:solidFill>
                  <a:schemeClr val="lt1"/>
                </a:solidFill>
                <a:latin typeface="Arial"/>
                <a:ea typeface="Arial"/>
                <a:cs typeface="Arial"/>
                <a:sym typeface="Arial"/>
              </a:defRPr>
            </a:lvl6pPr>
            <a:lvl7pPr indent="0" lvl="6" marL="0" marR="0" algn="r">
              <a:spcBef>
                <a:spcPts val="0"/>
              </a:spcBef>
              <a:buNone/>
              <a:defRPr b="1" sz="800" u="none">
                <a:solidFill>
                  <a:schemeClr val="lt1"/>
                </a:solidFill>
                <a:latin typeface="Arial"/>
                <a:ea typeface="Arial"/>
                <a:cs typeface="Arial"/>
                <a:sym typeface="Arial"/>
              </a:defRPr>
            </a:lvl7pPr>
            <a:lvl8pPr indent="0" lvl="7" marL="0" marR="0" algn="r">
              <a:spcBef>
                <a:spcPts val="0"/>
              </a:spcBef>
              <a:buNone/>
              <a:defRPr b="1" sz="800" u="none">
                <a:solidFill>
                  <a:schemeClr val="lt1"/>
                </a:solidFill>
                <a:latin typeface="Arial"/>
                <a:ea typeface="Arial"/>
                <a:cs typeface="Arial"/>
                <a:sym typeface="Arial"/>
              </a:defRPr>
            </a:lvl8pPr>
            <a:lvl9pPr indent="0" lvl="8" marL="0" marR="0" algn="r">
              <a:spcBef>
                <a:spcPts val="0"/>
              </a:spcBef>
              <a:buNone/>
              <a:defRPr b="1" sz="800" u="none">
                <a:solidFill>
                  <a:schemeClr val="lt1"/>
                </a:solidFill>
                <a:latin typeface="Arial"/>
                <a:ea typeface="Arial"/>
                <a:cs typeface="Arial"/>
                <a:sym typeface="Arial"/>
              </a:defRPr>
            </a:lvl9pPr>
          </a:lstStyle>
          <a:p>
            <a:pPr indent="0" lvl="0" marL="0" rtl="0" algn="r">
              <a:spcBef>
                <a:spcPts val="0"/>
              </a:spcBef>
              <a:spcAft>
                <a:spcPts val="0"/>
              </a:spcAft>
              <a:buNone/>
            </a:pPr>
            <a:r>
              <a:rPr lang="en"/>
              <a:t>University of Utah          </a:t>
            </a:r>
            <a:fld id="{00000000-1234-1234-1234-123412341234}" type="slidenum">
              <a:rPr lang="en"/>
              <a:t>‹#›</a:t>
            </a:fld>
            <a:endParaRPr/>
          </a:p>
        </p:txBody>
      </p:sp>
      <p:sp>
        <p:nvSpPr>
          <p:cNvPr id="71" name="Google Shape;71;p16"/>
          <p:cNvSpPr/>
          <p:nvPr/>
        </p:nvSpPr>
        <p:spPr>
          <a:xfrm>
            <a:off x="0" y="203360"/>
            <a:ext cx="135900" cy="516300"/>
          </a:xfrm>
          <a:prstGeom prst="rect">
            <a:avLst/>
          </a:prstGeom>
          <a:solidFill>
            <a:srgbClr val="C4123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hyperlink" Target="http://www.youtube.com/watch?v=e6xUKhhG9cs" TargetMode="External"/><Relationship Id="rId6"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3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39.png"/><Relationship Id="rId6" Type="http://schemas.openxmlformats.org/officeDocument/2006/relationships/image" Target="../media/image34.png"/><Relationship Id="rId7" Type="http://schemas.openxmlformats.org/officeDocument/2006/relationships/image" Target="../media/image3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hyperlink" Target="http://www.youtube.com/watch?v=e6xUKhhG9cs" TargetMode="External"/><Relationship Id="rId6"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36"/>
          <p:cNvSpPr txBox="1"/>
          <p:nvPr>
            <p:ph type="ctrTitle"/>
          </p:nvPr>
        </p:nvSpPr>
        <p:spPr>
          <a:xfrm>
            <a:off x="1367350" y="2299850"/>
            <a:ext cx="6409200" cy="943800"/>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B3112C"/>
              </a:buClr>
              <a:buSzPts val="3000"/>
              <a:buFont typeface="Arial"/>
              <a:buNone/>
            </a:pPr>
            <a:r>
              <a:rPr lang="en" sz="3000">
                <a:solidFill>
                  <a:srgbClr val="B3112C"/>
                </a:solidFill>
              </a:rPr>
              <a:t>CS6960 MultiModal LLM Agents</a:t>
            </a:r>
            <a:endParaRPr/>
          </a:p>
        </p:txBody>
      </p:sp>
      <p:sp>
        <p:nvSpPr>
          <p:cNvPr id="178" name="Google Shape;178;p36"/>
          <p:cNvSpPr txBox="1"/>
          <p:nvPr>
            <p:ph idx="1" type="subTitle"/>
          </p:nvPr>
        </p:nvSpPr>
        <p:spPr>
          <a:xfrm>
            <a:off x="1342455" y="3305288"/>
            <a:ext cx="6459000" cy="2535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SzPts val="1100"/>
              <a:buNone/>
            </a:pPr>
            <a:r>
              <a:rPr lang="en" sz="2600" cap="none">
                <a:solidFill>
                  <a:schemeClr val="dk1"/>
                </a:solidFill>
              </a:rPr>
              <a:t>Kenneth Marino</a:t>
            </a:r>
            <a:endParaRPr sz="3300"/>
          </a:p>
        </p:txBody>
      </p:sp>
      <p:sp>
        <p:nvSpPr>
          <p:cNvPr id="179" name="Google Shape;179;p36"/>
          <p:cNvSpPr txBox="1"/>
          <p:nvPr/>
        </p:nvSpPr>
        <p:spPr>
          <a:xfrm>
            <a:off x="0" y="4637975"/>
            <a:ext cx="796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3F3F3F"/>
                </a:solidFill>
                <a:latin typeface="Calibri"/>
                <a:ea typeface="Calibri"/>
                <a:cs typeface="Calibri"/>
                <a:sym typeface="Calibri"/>
              </a:rPr>
              <a:t>Slide credits: </a:t>
            </a:r>
            <a:r>
              <a:rPr lang="en" sz="1200">
                <a:solidFill>
                  <a:srgbClr val="3F3F3F"/>
                </a:solidFill>
                <a:latin typeface="Calibri"/>
                <a:ea typeface="Calibri"/>
                <a:cs typeface="Calibri"/>
                <a:sym typeface="Calibri"/>
              </a:rPr>
              <a:t>Shuyan Zhou, Li Fei-Fei, Jia Deng</a:t>
            </a:r>
            <a:r>
              <a:rPr lang="en" sz="1200">
                <a:solidFill>
                  <a:srgbClr val="3F3F3F"/>
                </a:solidFill>
                <a:latin typeface="Calibri"/>
                <a:ea typeface="Calibri"/>
                <a:cs typeface="Calibri"/>
                <a:sym typeface="Calibri"/>
              </a:rPr>
              <a:t>, </a:t>
            </a:r>
            <a:r>
              <a:rPr lang="en" sz="1200">
                <a:solidFill>
                  <a:srgbClr val="3F3F3F"/>
                </a:solidFill>
                <a:latin typeface="Calibri"/>
                <a:ea typeface="Calibri"/>
                <a:cs typeface="Calibri"/>
                <a:sym typeface="Calibri"/>
              </a:rPr>
              <a:t>Larry Zitnick, Tatsunori Hashimoto, </a:t>
            </a:r>
            <a:r>
              <a:rPr lang="en" sz="1200">
                <a:solidFill>
                  <a:schemeClr val="dk1"/>
                </a:solidFill>
                <a:latin typeface="Calibri"/>
                <a:ea typeface="Calibri"/>
                <a:cs typeface="Calibri"/>
                <a:sym typeface="Calibri"/>
              </a:rPr>
              <a:t>others</a:t>
            </a:r>
            <a:endParaRPr sz="1200">
              <a:solidFill>
                <a:srgbClr val="3F3F3F"/>
              </a:solidFill>
              <a:latin typeface="Calibri"/>
              <a:ea typeface="Calibri"/>
              <a:cs typeface="Calibri"/>
              <a:sym typeface="Calibri"/>
            </a:endParaRPr>
          </a:p>
        </p:txBody>
      </p:sp>
      <p:sp>
        <p:nvSpPr>
          <p:cNvPr id="180" name="Google Shape;180;p36"/>
          <p:cNvSpPr txBox="1"/>
          <p:nvPr>
            <p:ph type="ctrTitle"/>
          </p:nvPr>
        </p:nvSpPr>
        <p:spPr>
          <a:xfrm>
            <a:off x="1367400" y="779575"/>
            <a:ext cx="6409200" cy="943800"/>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B3112C"/>
              </a:buClr>
              <a:buSzPts val="3000"/>
              <a:buFont typeface="Arial"/>
              <a:buNone/>
            </a:pPr>
            <a:r>
              <a:rPr lang="en" sz="4300">
                <a:solidFill>
                  <a:srgbClr val="B3112C"/>
                </a:solidFill>
              </a:rPr>
              <a:t>Evaluating Agents</a:t>
            </a:r>
            <a:endParaRPr sz="7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7"/>
          <p:cNvSpPr txBox="1"/>
          <p:nvPr>
            <p:ph idx="11" type="ftr"/>
          </p:nvPr>
        </p:nvSpPr>
        <p:spPr>
          <a:xfrm>
            <a:off x="61912" y="3715022"/>
            <a:ext cx="3501000" cy="1425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Benchmarking Agents on Dynamic Web Environment</a:t>
            </a:r>
            <a:endParaRPr/>
          </a:p>
        </p:txBody>
      </p:sp>
      <p:sp>
        <p:nvSpPr>
          <p:cNvPr id="187" name="Google Shape;187;p37"/>
          <p:cNvSpPr txBox="1"/>
          <p:nvPr>
            <p:ph idx="12" type="sldNum"/>
          </p:nvPr>
        </p:nvSpPr>
        <p:spPr>
          <a:xfrm>
            <a:off x="5253037" y="3724328"/>
            <a:ext cx="1543200" cy="12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r>
              <a:rPr lang="en"/>
              <a:t>University of Utah          </a:t>
            </a:r>
            <a:fld id="{00000000-1234-1234-1234-123412341234}" type="slidenum">
              <a:rPr lang="en"/>
              <a:t>‹#›</a:t>
            </a:fld>
            <a:endParaRPr/>
          </a:p>
        </p:txBody>
      </p:sp>
      <p:sp>
        <p:nvSpPr>
          <p:cNvPr id="188" name="Google Shape;188;p37"/>
          <p:cNvSpPr txBox="1"/>
          <p:nvPr>
            <p:ph type="title"/>
          </p:nvPr>
        </p:nvSpPr>
        <p:spPr>
          <a:xfrm>
            <a:off x="210150" y="152300"/>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Announcements</a:t>
            </a:r>
            <a:endParaRPr/>
          </a:p>
        </p:txBody>
      </p:sp>
      <p:sp>
        <p:nvSpPr>
          <p:cNvPr id="189" name="Google Shape;189;p37"/>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HW2 due today</a:t>
            </a:r>
            <a:endParaRPr sz="1900"/>
          </a:p>
          <a:p>
            <a:pPr indent="-349250" lvl="1" marL="914400" rtl="0" algn="l">
              <a:spcBef>
                <a:spcPts val="200"/>
              </a:spcBef>
              <a:spcAft>
                <a:spcPts val="0"/>
              </a:spcAft>
              <a:buClr>
                <a:schemeClr val="dk1"/>
              </a:buClr>
              <a:buSzPts val="1900"/>
              <a:buChar char="○"/>
            </a:pPr>
            <a:r>
              <a:rPr lang="en" sz="1900"/>
              <a:t>You have a few more late days to complete</a:t>
            </a:r>
            <a:endParaRPr sz="2300"/>
          </a:p>
          <a:p>
            <a:pPr indent="-374650" lvl="0" marL="457200" rtl="0" algn="l">
              <a:spcBef>
                <a:spcPts val="900"/>
              </a:spcBef>
              <a:spcAft>
                <a:spcPts val="0"/>
              </a:spcAft>
              <a:buClr>
                <a:schemeClr val="dk1"/>
              </a:buClr>
              <a:buSzPts val="2300"/>
              <a:buChar char="●"/>
            </a:pPr>
            <a:r>
              <a:rPr lang="en" sz="2300"/>
              <a:t>Projects</a:t>
            </a:r>
            <a:endParaRPr sz="2300"/>
          </a:p>
          <a:p>
            <a:pPr indent="-349250" lvl="1" marL="914400" rtl="0" algn="l">
              <a:spcBef>
                <a:spcPts val="200"/>
              </a:spcBef>
              <a:spcAft>
                <a:spcPts val="0"/>
              </a:spcAft>
              <a:buClr>
                <a:schemeClr val="dk1"/>
              </a:buClr>
              <a:buSzPts val="1900"/>
              <a:buChar char="○"/>
            </a:pPr>
            <a:r>
              <a:rPr lang="en" sz="1900"/>
              <a:t>Due Friday</a:t>
            </a:r>
            <a:endParaRPr sz="1900"/>
          </a:p>
          <a:p>
            <a:pPr indent="-349250" lvl="1" marL="914400" rtl="0" algn="l">
              <a:spcBef>
                <a:spcPts val="300"/>
              </a:spcBef>
              <a:spcAft>
                <a:spcPts val="0"/>
              </a:spcAft>
              <a:buClr>
                <a:schemeClr val="dk1"/>
              </a:buClr>
              <a:buSzPts val="1900"/>
              <a:buChar char="○"/>
            </a:pPr>
            <a:r>
              <a:rPr lang="en" sz="1900"/>
              <a:t>If you don’t have an assigned group on Canvas to submit, let us know</a:t>
            </a:r>
            <a:endParaRPr sz="1900"/>
          </a:p>
          <a:p>
            <a:pPr indent="-349250" lvl="1" marL="914400" rtl="0" algn="l">
              <a:spcBef>
                <a:spcPts val="300"/>
              </a:spcBef>
              <a:spcAft>
                <a:spcPts val="0"/>
              </a:spcAft>
              <a:buClr>
                <a:schemeClr val="dk1"/>
              </a:buClr>
              <a:buSzPts val="1900"/>
              <a:buChar char="○"/>
            </a:pPr>
            <a:r>
              <a:rPr lang="en" sz="1900"/>
              <a:t>All info now in the Canvas Assignment</a:t>
            </a:r>
            <a:endParaRPr sz="1900"/>
          </a:p>
          <a:p>
            <a:pPr indent="-349250" lvl="1" marL="914400" rtl="0" algn="l">
              <a:spcBef>
                <a:spcPts val="300"/>
              </a:spcBef>
              <a:spcAft>
                <a:spcPts val="0"/>
              </a:spcAft>
              <a:buClr>
                <a:schemeClr val="dk1"/>
              </a:buClr>
              <a:buSzPts val="1900"/>
              <a:buChar char="○"/>
            </a:pPr>
            <a:r>
              <a:rPr lang="en" sz="1900"/>
              <a:t>In-class activity Thursday to help you double-check before you submit</a:t>
            </a:r>
            <a:endParaRPr sz="1900"/>
          </a:p>
          <a:p>
            <a:pPr indent="0" lvl="0" marL="0" rtl="0" algn="l">
              <a:spcBef>
                <a:spcPts val="900"/>
              </a:spcBef>
              <a:spcAft>
                <a:spcPts val="200"/>
              </a:spcAft>
              <a:buNone/>
            </a:pPr>
            <a:r>
              <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8"/>
          <p:cNvSpPr txBox="1"/>
          <p:nvPr>
            <p:ph idx="11" type="ftr"/>
          </p:nvPr>
        </p:nvSpPr>
        <p:spPr>
          <a:xfrm>
            <a:off x="61912" y="3715022"/>
            <a:ext cx="3501000" cy="1425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Benchmarking Agents on Dynamic Web Environment</a:t>
            </a:r>
            <a:endParaRPr/>
          </a:p>
        </p:txBody>
      </p:sp>
      <p:sp>
        <p:nvSpPr>
          <p:cNvPr id="196" name="Google Shape;196;p38"/>
          <p:cNvSpPr txBox="1"/>
          <p:nvPr>
            <p:ph idx="12" type="sldNum"/>
          </p:nvPr>
        </p:nvSpPr>
        <p:spPr>
          <a:xfrm>
            <a:off x="5253037" y="3724328"/>
            <a:ext cx="1543200" cy="12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r>
              <a:rPr lang="en"/>
              <a:t>University of Utah          </a:t>
            </a:r>
            <a:fld id="{00000000-1234-1234-1234-123412341234}" type="slidenum">
              <a:rPr lang="en"/>
              <a:t>‹#›</a:t>
            </a:fld>
            <a:endParaRPr/>
          </a:p>
        </p:txBody>
      </p:sp>
      <p:sp>
        <p:nvSpPr>
          <p:cNvPr id="197" name="Google Shape;197;p38"/>
          <p:cNvSpPr txBox="1"/>
          <p:nvPr>
            <p:ph type="title"/>
          </p:nvPr>
        </p:nvSpPr>
        <p:spPr>
          <a:xfrm>
            <a:off x="210150" y="152300"/>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en"/>
              <a:t>Any Questions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9"/>
          <p:cNvSpPr txBox="1"/>
          <p:nvPr>
            <p:ph type="title"/>
          </p:nvPr>
        </p:nvSpPr>
        <p:spPr>
          <a:xfrm>
            <a:off x="210150" y="152300"/>
            <a:ext cx="8520600" cy="5727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SzPts val="990"/>
              <a:buNone/>
            </a:pPr>
            <a:r>
              <a:rPr lang="en" sz="2740"/>
              <a:t>We have a VLM Agent</a:t>
            </a:r>
            <a:endParaRPr sz="2740"/>
          </a:p>
        </p:txBody>
      </p:sp>
      <p:pic>
        <p:nvPicPr>
          <p:cNvPr id="204" name="Google Shape;204;p39"/>
          <p:cNvPicPr preferRelativeResize="0"/>
          <p:nvPr/>
        </p:nvPicPr>
        <p:blipFill rotWithShape="1">
          <a:blip r:embed="rId3">
            <a:alphaModFix/>
          </a:blip>
          <a:srcRect b="0" l="0" r="0" t="0"/>
          <a:stretch/>
        </p:blipFill>
        <p:spPr>
          <a:xfrm>
            <a:off x="639325" y="1282725"/>
            <a:ext cx="7746824" cy="2986100"/>
          </a:xfrm>
          <a:prstGeom prst="rect">
            <a:avLst/>
          </a:prstGeom>
          <a:noFill/>
          <a:ln>
            <a:noFill/>
          </a:ln>
        </p:spPr>
      </p:pic>
      <p:sp>
        <p:nvSpPr>
          <p:cNvPr id="205" name="Google Shape;205;p39"/>
          <p:cNvSpPr/>
          <p:nvPr/>
        </p:nvSpPr>
        <p:spPr>
          <a:xfrm>
            <a:off x="4027425" y="1532275"/>
            <a:ext cx="1397700" cy="8490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VLM</a:t>
            </a:r>
            <a:endParaRPr sz="2000">
              <a:solidFill>
                <a:schemeClr val="lt1"/>
              </a:solidFill>
            </a:endParaRPr>
          </a:p>
        </p:txBody>
      </p:sp>
      <p:sp>
        <p:nvSpPr>
          <p:cNvPr id="206" name="Google Shape;206;p39"/>
          <p:cNvSpPr/>
          <p:nvPr/>
        </p:nvSpPr>
        <p:spPr>
          <a:xfrm>
            <a:off x="2288075" y="15322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text/images</a:t>
            </a:r>
            <a:endParaRPr/>
          </a:p>
        </p:txBody>
      </p:sp>
      <p:sp>
        <p:nvSpPr>
          <p:cNvPr id="207" name="Google Shape;207;p39"/>
          <p:cNvSpPr/>
          <p:nvPr/>
        </p:nvSpPr>
        <p:spPr>
          <a:xfrm>
            <a:off x="5735675" y="16927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 text (usually)</a:t>
            </a:r>
            <a:endParaRPr/>
          </a:p>
        </p:txBody>
      </p:sp>
      <p:pic>
        <p:nvPicPr>
          <p:cNvPr id="208" name="Google Shape;208;p39"/>
          <p:cNvPicPr preferRelativeResize="0"/>
          <p:nvPr/>
        </p:nvPicPr>
        <p:blipFill>
          <a:blip r:embed="rId4">
            <a:alphaModFix/>
          </a:blip>
          <a:stretch>
            <a:fillRect/>
          </a:stretch>
        </p:blipFill>
        <p:spPr>
          <a:xfrm>
            <a:off x="3333750" y="2818175"/>
            <a:ext cx="2671150" cy="1495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0"/>
          <p:cNvSpPr txBox="1"/>
          <p:nvPr>
            <p:ph type="title"/>
          </p:nvPr>
        </p:nvSpPr>
        <p:spPr>
          <a:xfrm>
            <a:off x="210150" y="152300"/>
            <a:ext cx="8520600" cy="5727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SzPts val="990"/>
              <a:buNone/>
            </a:pPr>
            <a:r>
              <a:rPr lang="en" sz="2740"/>
              <a:t>We have a VLM Agent</a:t>
            </a:r>
            <a:endParaRPr sz="2740"/>
          </a:p>
        </p:txBody>
      </p:sp>
      <p:pic>
        <p:nvPicPr>
          <p:cNvPr id="215" name="Google Shape;215;p40"/>
          <p:cNvPicPr preferRelativeResize="0"/>
          <p:nvPr/>
        </p:nvPicPr>
        <p:blipFill rotWithShape="1">
          <a:blip r:embed="rId3">
            <a:alphaModFix/>
          </a:blip>
          <a:srcRect b="0" l="0" r="0" t="0"/>
          <a:stretch/>
        </p:blipFill>
        <p:spPr>
          <a:xfrm>
            <a:off x="639325" y="1282725"/>
            <a:ext cx="7746824" cy="2986100"/>
          </a:xfrm>
          <a:prstGeom prst="rect">
            <a:avLst/>
          </a:prstGeom>
          <a:noFill/>
          <a:ln>
            <a:noFill/>
          </a:ln>
        </p:spPr>
      </p:pic>
      <p:sp>
        <p:nvSpPr>
          <p:cNvPr id="216" name="Google Shape;216;p40"/>
          <p:cNvSpPr/>
          <p:nvPr/>
        </p:nvSpPr>
        <p:spPr>
          <a:xfrm>
            <a:off x="4027425" y="1532275"/>
            <a:ext cx="1397700" cy="8490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VLM</a:t>
            </a:r>
            <a:endParaRPr sz="2000">
              <a:solidFill>
                <a:schemeClr val="lt1"/>
              </a:solidFill>
            </a:endParaRPr>
          </a:p>
        </p:txBody>
      </p:sp>
      <p:sp>
        <p:nvSpPr>
          <p:cNvPr id="217" name="Google Shape;217;p40"/>
          <p:cNvSpPr/>
          <p:nvPr/>
        </p:nvSpPr>
        <p:spPr>
          <a:xfrm>
            <a:off x="2288075" y="15322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text/images</a:t>
            </a:r>
            <a:endParaRPr/>
          </a:p>
        </p:txBody>
      </p:sp>
      <p:sp>
        <p:nvSpPr>
          <p:cNvPr id="218" name="Google Shape;218;p40"/>
          <p:cNvSpPr/>
          <p:nvPr/>
        </p:nvSpPr>
        <p:spPr>
          <a:xfrm>
            <a:off x="5735675" y="16927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 text (usually)</a:t>
            </a:r>
            <a:endParaRPr/>
          </a:p>
        </p:txBody>
      </p:sp>
      <p:pic>
        <p:nvPicPr>
          <p:cNvPr id="219" name="Google Shape;219;p40"/>
          <p:cNvPicPr preferRelativeResize="0"/>
          <p:nvPr/>
        </p:nvPicPr>
        <p:blipFill>
          <a:blip r:embed="rId4">
            <a:alphaModFix/>
          </a:blip>
          <a:stretch>
            <a:fillRect/>
          </a:stretch>
        </p:blipFill>
        <p:spPr>
          <a:xfrm>
            <a:off x="3333750" y="2818175"/>
            <a:ext cx="2671150" cy="1495825"/>
          </a:xfrm>
          <a:prstGeom prst="rect">
            <a:avLst/>
          </a:prstGeom>
          <a:noFill/>
          <a:ln>
            <a:noFill/>
          </a:ln>
        </p:spPr>
      </p:pic>
      <p:pic>
        <p:nvPicPr>
          <p:cNvPr descr="This AI (LSTM trained by Differential Evolution using the entire game RAM as inputs) is playing Montezuma's Revenge on the Atari 2600. Most AIs can't even get to the key due to sparse rewards!&#10;&#10;Recorded 2020-03-31." id="220" name="Google Shape;220;p40" title="AI Plays Montezuma's Revenge (Atari 2600)">
            <a:hlinkClick r:id="rId5"/>
          </p:cNvPr>
          <p:cNvPicPr preferRelativeResize="0"/>
          <p:nvPr/>
        </p:nvPicPr>
        <p:blipFill>
          <a:blip r:embed="rId6">
            <a:alphaModFix/>
          </a:blip>
          <a:stretch>
            <a:fillRect/>
          </a:stretch>
        </p:blipFill>
        <p:spPr>
          <a:xfrm>
            <a:off x="3339700" y="2807655"/>
            <a:ext cx="2659238" cy="1495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210150" y="152300"/>
            <a:ext cx="8520600" cy="5727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SzPts val="990"/>
              <a:buNone/>
            </a:pPr>
            <a:r>
              <a:rPr lang="en" sz="2740"/>
              <a:t>We have a VLM Agent</a:t>
            </a:r>
            <a:endParaRPr sz="2740"/>
          </a:p>
        </p:txBody>
      </p:sp>
      <p:pic>
        <p:nvPicPr>
          <p:cNvPr id="227" name="Google Shape;227;p41"/>
          <p:cNvPicPr preferRelativeResize="0"/>
          <p:nvPr/>
        </p:nvPicPr>
        <p:blipFill rotWithShape="1">
          <a:blip r:embed="rId3">
            <a:alphaModFix/>
          </a:blip>
          <a:srcRect b="0" l="0" r="0" t="0"/>
          <a:stretch/>
        </p:blipFill>
        <p:spPr>
          <a:xfrm>
            <a:off x="639325" y="1282725"/>
            <a:ext cx="7746824" cy="2986100"/>
          </a:xfrm>
          <a:prstGeom prst="rect">
            <a:avLst/>
          </a:prstGeom>
          <a:noFill/>
          <a:ln>
            <a:noFill/>
          </a:ln>
        </p:spPr>
      </p:pic>
      <p:sp>
        <p:nvSpPr>
          <p:cNvPr id="228" name="Google Shape;228;p41"/>
          <p:cNvSpPr/>
          <p:nvPr/>
        </p:nvSpPr>
        <p:spPr>
          <a:xfrm>
            <a:off x="4027425" y="1532275"/>
            <a:ext cx="1397700" cy="8490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VLM</a:t>
            </a:r>
            <a:endParaRPr sz="2000">
              <a:solidFill>
                <a:schemeClr val="lt1"/>
              </a:solidFill>
            </a:endParaRPr>
          </a:p>
        </p:txBody>
      </p:sp>
      <p:sp>
        <p:nvSpPr>
          <p:cNvPr id="229" name="Google Shape;229;p41"/>
          <p:cNvSpPr/>
          <p:nvPr/>
        </p:nvSpPr>
        <p:spPr>
          <a:xfrm>
            <a:off x="2288075" y="15322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text/images</a:t>
            </a:r>
            <a:endParaRPr/>
          </a:p>
        </p:txBody>
      </p:sp>
      <p:sp>
        <p:nvSpPr>
          <p:cNvPr id="230" name="Google Shape;230;p41"/>
          <p:cNvSpPr/>
          <p:nvPr/>
        </p:nvSpPr>
        <p:spPr>
          <a:xfrm>
            <a:off x="5735675" y="16927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 text (usually)</a:t>
            </a:r>
            <a:endParaRPr/>
          </a:p>
        </p:txBody>
      </p:sp>
      <p:pic>
        <p:nvPicPr>
          <p:cNvPr id="231" name="Google Shape;231;p41"/>
          <p:cNvPicPr preferRelativeResize="0"/>
          <p:nvPr/>
        </p:nvPicPr>
        <p:blipFill>
          <a:blip r:embed="rId4">
            <a:alphaModFix/>
          </a:blip>
          <a:stretch>
            <a:fillRect/>
          </a:stretch>
        </p:blipFill>
        <p:spPr>
          <a:xfrm>
            <a:off x="3333750" y="2818175"/>
            <a:ext cx="2671150" cy="1495825"/>
          </a:xfrm>
          <a:prstGeom prst="rect">
            <a:avLst/>
          </a:prstGeom>
          <a:noFill/>
          <a:ln>
            <a:noFill/>
          </a:ln>
        </p:spPr>
      </p:pic>
      <p:sp>
        <p:nvSpPr>
          <p:cNvPr id="232" name="Google Shape;232;p41"/>
          <p:cNvSpPr/>
          <p:nvPr/>
        </p:nvSpPr>
        <p:spPr>
          <a:xfrm>
            <a:off x="5480400" y="2148325"/>
            <a:ext cx="2543700" cy="125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How good is it?</a:t>
            </a:r>
            <a:endParaRPr/>
          </a:p>
          <a:p>
            <a:pPr indent="0" lvl="0" marL="0" rtl="0" algn="ctr">
              <a:spcBef>
                <a:spcPts val="0"/>
              </a:spcBef>
              <a:spcAft>
                <a:spcPts val="0"/>
              </a:spcAft>
              <a:buNone/>
            </a:pPr>
            <a:r>
              <a:rPr lang="en"/>
              <a:t>Is it better than other AI Agents?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2" title="Screenshot 2026-02-22 at 9.55.02 AM.png"/>
          <p:cNvPicPr preferRelativeResize="0"/>
          <p:nvPr/>
        </p:nvPicPr>
        <p:blipFill>
          <a:blip r:embed="rId3">
            <a:alphaModFix/>
          </a:blip>
          <a:stretch>
            <a:fillRect/>
          </a:stretch>
        </p:blipFill>
        <p:spPr>
          <a:xfrm>
            <a:off x="0" y="82525"/>
            <a:ext cx="9143999" cy="3813077"/>
          </a:xfrm>
          <a:prstGeom prst="rect">
            <a:avLst/>
          </a:prstGeom>
          <a:noFill/>
          <a:ln>
            <a:noFill/>
          </a:ln>
        </p:spPr>
      </p:pic>
      <p:sp>
        <p:nvSpPr>
          <p:cNvPr id="238" name="Google Shape;238;p42"/>
          <p:cNvSpPr txBox="1"/>
          <p:nvPr/>
        </p:nvSpPr>
        <p:spPr>
          <a:xfrm>
            <a:off x="1457450" y="3658050"/>
            <a:ext cx="57498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3F3F3F"/>
                </a:solidFill>
              </a:rPr>
              <a:t>My first special topics class</a:t>
            </a:r>
            <a:endParaRPr sz="2200">
              <a:solidFill>
                <a:srgbClr val="3F3F3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type="title"/>
          </p:nvPr>
        </p:nvSpPr>
        <p:spPr>
          <a:xfrm>
            <a:off x="193525" y="168275"/>
            <a:ext cx="8729700" cy="591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Datasets/Evaluations often overlooked</a:t>
            </a:r>
            <a:endParaRPr/>
          </a:p>
        </p:txBody>
      </p:sp>
      <p:sp>
        <p:nvSpPr>
          <p:cNvPr id="244" name="Google Shape;244;p43"/>
          <p:cNvSpPr txBox="1"/>
          <p:nvPr>
            <p:ph idx="1" type="body"/>
          </p:nvPr>
        </p:nvSpPr>
        <p:spPr>
          <a:xfrm>
            <a:off x="469575" y="1369419"/>
            <a:ext cx="4991400" cy="3263400"/>
          </a:xfrm>
          <a:prstGeom prst="rect">
            <a:avLst/>
          </a:prstGeom>
          <a:noFill/>
          <a:ln>
            <a:noFill/>
          </a:ln>
        </p:spPr>
        <p:txBody>
          <a:bodyPr anchorCtr="0" anchor="t" bIns="34275" lIns="68575" spcFirstLastPara="1" rIns="68575" wrap="square" tIns="34275">
            <a:normAutofit lnSpcReduction="10000"/>
          </a:bodyPr>
          <a:lstStyle/>
          <a:p>
            <a:pPr indent="-184150" lvl="0" marL="177800" rtl="0" algn="l">
              <a:lnSpc>
                <a:spcPct val="90000"/>
              </a:lnSpc>
              <a:spcBef>
                <a:spcPts val="0"/>
              </a:spcBef>
              <a:spcAft>
                <a:spcPts val="0"/>
              </a:spcAft>
              <a:buClr>
                <a:schemeClr val="dk1"/>
              </a:buClr>
              <a:buSzPts val="2100"/>
              <a:buChar char="•"/>
            </a:pPr>
            <a:r>
              <a:rPr lang="en"/>
              <a:t>Datasets are often overshadowed by models and methods </a:t>
            </a:r>
            <a:endParaRPr/>
          </a:p>
          <a:p>
            <a:pPr indent="-184150" lvl="0" marL="177800" rtl="0" algn="l">
              <a:lnSpc>
                <a:spcPct val="90000"/>
              </a:lnSpc>
              <a:spcBef>
                <a:spcPts val="800"/>
              </a:spcBef>
              <a:spcAft>
                <a:spcPts val="0"/>
              </a:spcAft>
              <a:buClr>
                <a:schemeClr val="dk1"/>
              </a:buClr>
              <a:buSzPts val="2100"/>
              <a:buChar char="•"/>
            </a:pPr>
            <a:r>
              <a:rPr lang="en"/>
              <a:t>Often the most influential driver of progress in Machine Learning, Computer Vision and NLP. </a:t>
            </a:r>
            <a:endParaRPr/>
          </a:p>
          <a:p>
            <a:pPr indent="-184150" lvl="0" marL="177800" rtl="0" algn="l">
              <a:lnSpc>
                <a:spcPct val="90000"/>
              </a:lnSpc>
              <a:spcBef>
                <a:spcPts val="800"/>
              </a:spcBef>
              <a:spcAft>
                <a:spcPts val="0"/>
              </a:spcAft>
              <a:buClr>
                <a:schemeClr val="dk1"/>
              </a:buClr>
              <a:buSzPts val="2100"/>
              <a:buChar char="•"/>
            </a:pPr>
            <a:r>
              <a:rPr lang="en"/>
              <a:t>Overview the important topics in datasets </a:t>
            </a:r>
            <a:endParaRPr/>
          </a:p>
          <a:p>
            <a:pPr indent="-190500" lvl="1" marL="520700" rtl="0" algn="l">
              <a:lnSpc>
                <a:spcPct val="90000"/>
              </a:lnSpc>
              <a:spcBef>
                <a:spcPts val="400"/>
              </a:spcBef>
              <a:spcAft>
                <a:spcPts val="0"/>
              </a:spcAft>
              <a:buClr>
                <a:schemeClr val="dk1"/>
              </a:buClr>
              <a:buSzPts val="1800"/>
              <a:buChar char="•"/>
            </a:pPr>
            <a:r>
              <a:rPr lang="en"/>
              <a:t>Dataset analysis</a:t>
            </a:r>
            <a:endParaRPr/>
          </a:p>
          <a:p>
            <a:pPr indent="-190500" lvl="1" marL="520700" rtl="0" algn="l">
              <a:lnSpc>
                <a:spcPct val="90000"/>
              </a:lnSpc>
              <a:spcBef>
                <a:spcPts val="400"/>
              </a:spcBef>
              <a:spcAft>
                <a:spcPts val="0"/>
              </a:spcAft>
              <a:buClr>
                <a:schemeClr val="dk1"/>
              </a:buClr>
              <a:buSzPts val="1800"/>
              <a:buChar char="•"/>
            </a:pPr>
            <a:r>
              <a:rPr lang="en"/>
              <a:t>Collection</a:t>
            </a:r>
            <a:endParaRPr/>
          </a:p>
          <a:p>
            <a:pPr indent="-190500" lvl="1" marL="520700" rtl="0" algn="l">
              <a:lnSpc>
                <a:spcPct val="90000"/>
              </a:lnSpc>
              <a:spcBef>
                <a:spcPts val="400"/>
              </a:spcBef>
              <a:spcAft>
                <a:spcPts val="0"/>
              </a:spcAft>
              <a:buClr>
                <a:schemeClr val="dk1"/>
              </a:buClr>
              <a:buSzPts val="1800"/>
              <a:buChar char="•"/>
            </a:pPr>
            <a:r>
              <a:rPr lang="en"/>
              <a:t>Evaluation</a:t>
            </a:r>
            <a:endParaRPr/>
          </a:p>
          <a:p>
            <a:pPr indent="-190500" lvl="1" marL="520700" rtl="0" algn="l">
              <a:lnSpc>
                <a:spcPct val="90000"/>
              </a:lnSpc>
              <a:spcBef>
                <a:spcPts val="400"/>
              </a:spcBef>
              <a:spcAft>
                <a:spcPts val="0"/>
              </a:spcAft>
              <a:buClr>
                <a:schemeClr val="dk1"/>
              </a:buClr>
              <a:buSzPts val="1800"/>
              <a:buChar char="•"/>
            </a:pPr>
            <a:r>
              <a:rPr lang="en"/>
              <a:t>Dataset bias</a:t>
            </a:r>
            <a:endParaRPr/>
          </a:p>
          <a:p>
            <a:pPr indent="-190500" lvl="1" marL="520700" rtl="0" algn="l">
              <a:lnSpc>
                <a:spcPct val="90000"/>
              </a:lnSpc>
              <a:spcBef>
                <a:spcPts val="400"/>
              </a:spcBef>
              <a:spcAft>
                <a:spcPts val="0"/>
              </a:spcAft>
              <a:buClr>
                <a:schemeClr val="dk1"/>
              </a:buClr>
              <a:buSzPts val="1800"/>
              <a:buChar char="•"/>
            </a:pPr>
            <a:r>
              <a:rPr lang="en"/>
              <a:t>Ethics</a:t>
            </a:r>
            <a:endParaRPr/>
          </a:p>
          <a:p>
            <a:pPr indent="-184150" lvl="0" marL="177800" rtl="0" algn="l">
              <a:lnSpc>
                <a:spcPct val="90000"/>
              </a:lnSpc>
              <a:spcBef>
                <a:spcPts val="800"/>
              </a:spcBef>
              <a:spcAft>
                <a:spcPts val="200"/>
              </a:spcAft>
              <a:buClr>
                <a:schemeClr val="dk1"/>
              </a:buClr>
              <a:buSzPts val="2100"/>
              <a:buChar char="•"/>
            </a:pPr>
            <a:r>
              <a:rPr lang="en"/>
              <a:t>Cover the most influential datasets</a:t>
            </a:r>
            <a:endParaRPr/>
          </a:p>
        </p:txBody>
      </p:sp>
      <p:pic>
        <p:nvPicPr>
          <p:cNvPr descr="Mother Ignoring Kid Drowning In A Pool Meme Generator ..." id="245" name="Google Shape;245;p43"/>
          <p:cNvPicPr preferRelativeResize="0"/>
          <p:nvPr/>
        </p:nvPicPr>
        <p:blipFill rotWithShape="1">
          <a:blip r:embed="rId3">
            <a:alphaModFix/>
          </a:blip>
          <a:srcRect b="0" l="0" r="0" t="0"/>
          <a:stretch/>
        </p:blipFill>
        <p:spPr>
          <a:xfrm>
            <a:off x="5782700" y="724675"/>
            <a:ext cx="3140401" cy="4144975"/>
          </a:xfrm>
          <a:prstGeom prst="rect">
            <a:avLst/>
          </a:prstGeom>
          <a:noFill/>
          <a:ln>
            <a:noFill/>
          </a:ln>
        </p:spPr>
      </p:pic>
      <p:sp>
        <p:nvSpPr>
          <p:cNvPr id="246" name="Google Shape;246;p43"/>
          <p:cNvSpPr/>
          <p:nvPr/>
        </p:nvSpPr>
        <p:spPr>
          <a:xfrm>
            <a:off x="6159828" y="3873200"/>
            <a:ext cx="2553600" cy="692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i="0" lang="en" sz="4100" u="none" cap="none" strike="noStrike">
                <a:solidFill>
                  <a:schemeClr val="dk1"/>
                </a:solidFill>
                <a:latin typeface="Calibri"/>
                <a:ea typeface="Calibri"/>
                <a:cs typeface="Calibri"/>
                <a:sym typeface="Calibri"/>
              </a:rPr>
              <a:t>Datasets</a:t>
            </a:r>
            <a:endParaRPr sz="1100"/>
          </a:p>
        </p:txBody>
      </p:sp>
      <p:sp>
        <p:nvSpPr>
          <p:cNvPr id="247" name="Google Shape;247;p43"/>
          <p:cNvSpPr/>
          <p:nvPr/>
        </p:nvSpPr>
        <p:spPr>
          <a:xfrm>
            <a:off x="6522404" y="676721"/>
            <a:ext cx="1746000" cy="692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i="0" lang="en" sz="4100" u="none" cap="none" strike="noStrike">
                <a:solidFill>
                  <a:schemeClr val="dk1"/>
                </a:solidFill>
                <a:latin typeface="Calibri"/>
                <a:ea typeface="Calibri"/>
                <a:cs typeface="Calibri"/>
                <a:sym typeface="Calibri"/>
              </a:rPr>
              <a:t>Models</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What does an evaluation do?</a:t>
            </a:r>
            <a:endParaRPr/>
          </a:p>
        </p:txBody>
      </p:sp>
      <p:sp>
        <p:nvSpPr>
          <p:cNvPr id="253" name="Google Shape;253;p44"/>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Let’s us compare different models</a:t>
            </a:r>
            <a:endParaRPr sz="2300"/>
          </a:p>
          <a:p>
            <a:pPr indent="-374650" lvl="0" marL="457200" rtl="0" algn="l">
              <a:spcBef>
                <a:spcPts val="900"/>
              </a:spcBef>
              <a:spcAft>
                <a:spcPts val="0"/>
              </a:spcAft>
              <a:buClr>
                <a:schemeClr val="dk1"/>
              </a:buClr>
              <a:buSzPts val="2300"/>
              <a:buChar char="●"/>
            </a:pPr>
            <a:r>
              <a:rPr lang="en" sz="2300"/>
              <a:t>Measure/drive progress</a:t>
            </a:r>
            <a:r>
              <a:rPr lang="en" sz="2300"/>
              <a:t> in a field</a:t>
            </a:r>
            <a:endParaRPr sz="2300"/>
          </a:p>
          <a:p>
            <a:pPr indent="-374650" lvl="0" marL="457200" rtl="0" algn="l">
              <a:spcBef>
                <a:spcPts val="900"/>
              </a:spcBef>
              <a:spcAft>
                <a:spcPts val="200"/>
              </a:spcAft>
              <a:buClr>
                <a:schemeClr val="dk1"/>
              </a:buClr>
              <a:buSzPts val="2300"/>
              <a:buChar char="●"/>
            </a:pPr>
            <a:r>
              <a:rPr lang="en" sz="2300"/>
              <a:t>Understand behaviors/limitations</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Good case study: ImageNet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46"/>
          <p:cNvPicPr preferRelativeResize="0"/>
          <p:nvPr/>
        </p:nvPicPr>
        <p:blipFill rotWithShape="1">
          <a:blip r:embed="rId3">
            <a:alphaModFix/>
          </a:blip>
          <a:srcRect b="0" l="0" r="0" t="0"/>
          <a:stretch/>
        </p:blipFill>
        <p:spPr>
          <a:xfrm>
            <a:off x="1981216" y="820018"/>
            <a:ext cx="5181594" cy="759487"/>
          </a:xfrm>
          <a:prstGeom prst="rect">
            <a:avLst/>
          </a:prstGeom>
          <a:noFill/>
          <a:ln>
            <a:noFill/>
          </a:ln>
        </p:spPr>
      </p:pic>
      <p:sp>
        <p:nvSpPr>
          <p:cNvPr id="264" name="Google Shape;264;p46"/>
          <p:cNvSpPr txBox="1"/>
          <p:nvPr/>
        </p:nvSpPr>
        <p:spPr>
          <a:xfrm>
            <a:off x="648046" y="2118136"/>
            <a:ext cx="7738200" cy="5055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3200">
                <a:solidFill>
                  <a:srgbClr val="262626"/>
                </a:solidFill>
                <a:latin typeface="Georgia"/>
                <a:ea typeface="Georgia"/>
                <a:cs typeface="Georgia"/>
                <a:sym typeface="Georgia"/>
              </a:rPr>
              <a:t>Where have we been? Where are we going?</a:t>
            </a:r>
            <a:endParaRPr sz="3200">
              <a:solidFill>
                <a:schemeClr val="dk1"/>
              </a:solidFill>
              <a:latin typeface="Georgia"/>
              <a:ea typeface="Georgia"/>
              <a:cs typeface="Georgia"/>
              <a:sym typeface="Georgia"/>
            </a:endParaRPr>
          </a:p>
        </p:txBody>
      </p:sp>
      <p:sp>
        <p:nvSpPr>
          <p:cNvPr id="265" name="Google Shape;265;p46"/>
          <p:cNvSpPr/>
          <p:nvPr/>
        </p:nvSpPr>
        <p:spPr>
          <a:xfrm>
            <a:off x="1866900" y="3010952"/>
            <a:ext cx="5410200" cy="1905"/>
          </a:xfrm>
          <a:custGeom>
            <a:rect b="b" l="l" r="r" t="t"/>
            <a:pathLst>
              <a:path extrusionOk="0" h="1905" w="5410200">
                <a:moveTo>
                  <a:pt x="0" y="0"/>
                </a:moveTo>
                <a:lnTo>
                  <a:pt x="5410198" y="1588"/>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6" name="Google Shape;266;p46"/>
          <p:cNvPicPr preferRelativeResize="0"/>
          <p:nvPr/>
        </p:nvPicPr>
        <p:blipFill rotWithShape="1">
          <a:blip r:embed="rId4">
            <a:alphaModFix/>
          </a:blip>
          <a:srcRect b="0" l="0" r="0" t="0"/>
          <a:stretch/>
        </p:blipFill>
        <p:spPr>
          <a:xfrm>
            <a:off x="602537" y="3977150"/>
            <a:ext cx="1593220" cy="796610"/>
          </a:xfrm>
          <a:prstGeom prst="rect">
            <a:avLst/>
          </a:prstGeom>
          <a:noFill/>
          <a:ln>
            <a:noFill/>
          </a:ln>
        </p:spPr>
      </p:pic>
      <p:pic>
        <p:nvPicPr>
          <p:cNvPr id="267" name="Google Shape;267;p46"/>
          <p:cNvPicPr preferRelativeResize="0"/>
          <p:nvPr/>
        </p:nvPicPr>
        <p:blipFill rotWithShape="1">
          <a:blip r:embed="rId5">
            <a:alphaModFix/>
          </a:blip>
          <a:srcRect b="0" l="0" r="0" t="0"/>
          <a:stretch/>
        </p:blipFill>
        <p:spPr>
          <a:xfrm>
            <a:off x="5860285" y="4211238"/>
            <a:ext cx="2681178" cy="328444"/>
          </a:xfrm>
          <a:prstGeom prst="rect">
            <a:avLst/>
          </a:prstGeom>
          <a:noFill/>
          <a:ln>
            <a:noFill/>
          </a:ln>
        </p:spPr>
      </p:pic>
      <p:pic>
        <p:nvPicPr>
          <p:cNvPr id="268" name="Google Shape;268;p46"/>
          <p:cNvPicPr preferRelativeResize="0"/>
          <p:nvPr/>
        </p:nvPicPr>
        <p:blipFill rotWithShape="1">
          <a:blip r:embed="rId6">
            <a:alphaModFix/>
          </a:blip>
          <a:srcRect b="0" l="0" r="0" t="0"/>
          <a:stretch/>
        </p:blipFill>
        <p:spPr>
          <a:xfrm>
            <a:off x="2593503" y="4019036"/>
            <a:ext cx="2754932" cy="712837"/>
          </a:xfrm>
          <a:prstGeom prst="rect">
            <a:avLst/>
          </a:prstGeom>
          <a:noFill/>
          <a:ln>
            <a:noFill/>
          </a:ln>
        </p:spPr>
      </p:pic>
      <p:sp>
        <p:nvSpPr>
          <p:cNvPr id="269" name="Google Shape;269;p46"/>
          <p:cNvSpPr txBox="1"/>
          <p:nvPr/>
        </p:nvSpPr>
        <p:spPr>
          <a:xfrm>
            <a:off x="3283800" y="4595550"/>
            <a:ext cx="586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https://image-net.org/static_files/files/imagenet_ilsvrc2017_v1.0.pdf</a:t>
            </a:r>
            <a:endParaRPr/>
          </a:p>
        </p:txBody>
      </p:sp>
      <p:sp>
        <p:nvSpPr>
          <p:cNvPr id="270" name="Google Shape;270;p46"/>
          <p:cNvSpPr txBox="1"/>
          <p:nvPr/>
        </p:nvSpPr>
        <p:spPr>
          <a:xfrm>
            <a:off x="3526225" y="3209688"/>
            <a:ext cx="5090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3F3F3F"/>
                </a:solidFill>
              </a:rPr>
              <a:t>Li Fei-Fei &amp; Jia Deng</a:t>
            </a:r>
            <a:endParaRPr b="1" sz="1500">
              <a:solidFill>
                <a:srgbClr val="3F3F3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7"/>
          <p:cNvSpPr txBox="1"/>
          <p:nvPr>
            <p:ph type="title"/>
          </p:nvPr>
        </p:nvSpPr>
        <p:spPr>
          <a:xfrm>
            <a:off x="838200" y="767579"/>
            <a:ext cx="10515600" cy="567000"/>
          </a:xfrm>
          <a:prstGeom prst="rect">
            <a:avLst/>
          </a:prstGeom>
          <a:noFill/>
          <a:ln>
            <a:noFill/>
          </a:ln>
        </p:spPr>
        <p:txBody>
          <a:bodyPr anchorCtr="0" anchor="ctr" bIns="0" lIns="0" spcFirstLastPara="1" rIns="0" wrap="square" tIns="12700">
            <a:spAutoFit/>
          </a:bodyPr>
          <a:lstStyle/>
          <a:p>
            <a:pPr indent="0" lvl="0" marL="698500" rtl="0" algn="l">
              <a:lnSpc>
                <a:spcPct val="100000"/>
              </a:lnSpc>
              <a:spcBef>
                <a:spcPts val="0"/>
              </a:spcBef>
              <a:spcAft>
                <a:spcPts val="0"/>
              </a:spcAft>
              <a:buClr>
                <a:schemeClr val="dk1"/>
              </a:buClr>
              <a:buSzPts val="3300"/>
              <a:buFont typeface="Calibri"/>
              <a:buNone/>
            </a:pPr>
            <a:r>
              <a:rPr lang="en"/>
              <a:t>While Others Targeted Detail…</a:t>
            </a:r>
            <a:endParaRPr/>
          </a:p>
        </p:txBody>
      </p:sp>
      <p:pic>
        <p:nvPicPr>
          <p:cNvPr id="276" name="Google Shape;276;p47"/>
          <p:cNvPicPr preferRelativeResize="0"/>
          <p:nvPr/>
        </p:nvPicPr>
        <p:blipFill rotWithShape="1">
          <a:blip r:embed="rId3">
            <a:alphaModFix/>
          </a:blip>
          <a:srcRect b="0" l="0" r="0" t="0"/>
          <a:stretch/>
        </p:blipFill>
        <p:spPr>
          <a:xfrm>
            <a:off x="1264279" y="1710896"/>
            <a:ext cx="3131727" cy="1601182"/>
          </a:xfrm>
          <a:prstGeom prst="rect">
            <a:avLst/>
          </a:prstGeom>
          <a:noFill/>
          <a:ln>
            <a:noFill/>
          </a:ln>
        </p:spPr>
      </p:pic>
      <p:sp>
        <p:nvSpPr>
          <p:cNvPr id="277" name="Google Shape;277;p47"/>
          <p:cNvSpPr txBox="1"/>
          <p:nvPr/>
        </p:nvSpPr>
        <p:spPr>
          <a:xfrm>
            <a:off x="1441789" y="3352722"/>
            <a:ext cx="2782500" cy="1152300"/>
          </a:xfrm>
          <a:prstGeom prst="rect">
            <a:avLst/>
          </a:prstGeom>
          <a:noFill/>
          <a:ln>
            <a:noFill/>
          </a:ln>
        </p:spPr>
        <p:txBody>
          <a:bodyPr anchorCtr="0" anchor="t" bIns="0" lIns="0" spcFirstLastPara="1" rIns="0" wrap="square" tIns="12700">
            <a:spAutoFit/>
          </a:bodyPr>
          <a:lstStyle/>
          <a:p>
            <a:pPr indent="0" lvl="0" marL="0" marR="0" rtl="0" algn="ctr">
              <a:lnSpc>
                <a:spcPct val="119357"/>
              </a:lnSpc>
              <a:spcBef>
                <a:spcPts val="0"/>
              </a:spcBef>
              <a:spcAft>
                <a:spcPts val="0"/>
              </a:spcAft>
              <a:buNone/>
            </a:pPr>
            <a:r>
              <a:rPr b="1" lang="en" sz="3200">
                <a:solidFill>
                  <a:srgbClr val="262626"/>
                </a:solidFill>
                <a:latin typeface="Georgia"/>
                <a:ea typeface="Georgia"/>
                <a:cs typeface="Georgia"/>
                <a:sym typeface="Georgia"/>
              </a:rPr>
              <a:t>LabelMe</a:t>
            </a:r>
            <a:endParaRPr sz="3200">
              <a:solidFill>
                <a:schemeClr val="dk1"/>
              </a:solidFill>
              <a:latin typeface="Georgia"/>
              <a:ea typeface="Georgia"/>
              <a:cs typeface="Georgia"/>
              <a:sym typeface="Georgia"/>
            </a:endParaRPr>
          </a:p>
          <a:p>
            <a:pPr indent="0" lvl="0" marL="12700" marR="0" rtl="0" algn="ctr">
              <a:lnSpc>
                <a:spcPct val="118752"/>
              </a:lnSpc>
              <a:spcBef>
                <a:spcPts val="100"/>
              </a:spcBef>
              <a:spcAft>
                <a:spcPts val="0"/>
              </a:spcAft>
              <a:buNone/>
            </a:pPr>
            <a:r>
              <a:rPr lang="en" sz="1600">
                <a:solidFill>
                  <a:srgbClr val="262626"/>
                </a:solidFill>
                <a:latin typeface="Georgia"/>
                <a:ea typeface="Georgia"/>
                <a:cs typeface="Georgia"/>
                <a:sym typeface="Georgia"/>
              </a:rPr>
              <a:t>Per-Object Regions and Labels Russell et al, 2005</a:t>
            </a:r>
            <a:endParaRPr sz="1600">
              <a:solidFill>
                <a:schemeClr val="dk1"/>
              </a:solidFill>
              <a:latin typeface="Georgia"/>
              <a:ea typeface="Georgia"/>
              <a:cs typeface="Georgia"/>
              <a:sym typeface="Georgia"/>
            </a:endParaRPr>
          </a:p>
        </p:txBody>
      </p:sp>
      <p:pic>
        <p:nvPicPr>
          <p:cNvPr id="278" name="Google Shape;278;p47"/>
          <p:cNvPicPr preferRelativeResize="0"/>
          <p:nvPr/>
        </p:nvPicPr>
        <p:blipFill rotWithShape="1">
          <a:blip r:embed="rId4">
            <a:alphaModFix/>
          </a:blip>
          <a:srcRect b="0" l="0" r="0" t="0"/>
          <a:stretch/>
        </p:blipFill>
        <p:spPr>
          <a:xfrm>
            <a:off x="5106629" y="1710896"/>
            <a:ext cx="2773105" cy="1600198"/>
          </a:xfrm>
          <a:prstGeom prst="rect">
            <a:avLst/>
          </a:prstGeom>
          <a:noFill/>
          <a:ln>
            <a:noFill/>
          </a:ln>
        </p:spPr>
      </p:pic>
      <p:sp>
        <p:nvSpPr>
          <p:cNvPr id="279" name="Google Shape;279;p47"/>
          <p:cNvSpPr txBox="1"/>
          <p:nvPr/>
        </p:nvSpPr>
        <p:spPr>
          <a:xfrm>
            <a:off x="5340100" y="3352229"/>
            <a:ext cx="2312100" cy="1152300"/>
          </a:xfrm>
          <a:prstGeom prst="rect">
            <a:avLst/>
          </a:prstGeom>
          <a:noFill/>
          <a:ln>
            <a:noFill/>
          </a:ln>
        </p:spPr>
        <p:txBody>
          <a:bodyPr anchorCtr="0" anchor="t" bIns="0" lIns="0" spcFirstLastPara="1" rIns="0" wrap="square" tIns="12700">
            <a:spAutoFit/>
          </a:bodyPr>
          <a:lstStyle/>
          <a:p>
            <a:pPr indent="0" lvl="0" marL="0" marR="0" rtl="0" algn="ctr">
              <a:lnSpc>
                <a:spcPct val="119357"/>
              </a:lnSpc>
              <a:spcBef>
                <a:spcPts val="0"/>
              </a:spcBef>
              <a:spcAft>
                <a:spcPts val="0"/>
              </a:spcAft>
              <a:buNone/>
            </a:pPr>
            <a:r>
              <a:rPr b="1" lang="en" sz="3200">
                <a:solidFill>
                  <a:srgbClr val="262626"/>
                </a:solidFill>
                <a:latin typeface="Georgia"/>
                <a:ea typeface="Georgia"/>
                <a:cs typeface="Georgia"/>
                <a:sym typeface="Georgia"/>
              </a:rPr>
              <a:t>Lotus Hill</a:t>
            </a:r>
            <a:endParaRPr sz="3200">
              <a:solidFill>
                <a:schemeClr val="dk1"/>
              </a:solidFill>
              <a:latin typeface="Georgia"/>
              <a:ea typeface="Georgia"/>
              <a:cs typeface="Georgia"/>
              <a:sym typeface="Georgia"/>
            </a:endParaRPr>
          </a:p>
          <a:p>
            <a:pPr indent="0" lvl="0" marL="12700" marR="0" rtl="0" algn="ctr">
              <a:lnSpc>
                <a:spcPct val="118752"/>
              </a:lnSpc>
              <a:spcBef>
                <a:spcPts val="100"/>
              </a:spcBef>
              <a:spcAft>
                <a:spcPts val="0"/>
              </a:spcAft>
              <a:buNone/>
            </a:pPr>
            <a:r>
              <a:rPr lang="en" sz="1600">
                <a:solidFill>
                  <a:srgbClr val="262626"/>
                </a:solidFill>
                <a:latin typeface="Georgia"/>
                <a:ea typeface="Georgia"/>
                <a:cs typeface="Georgia"/>
                <a:sym typeface="Georgia"/>
              </a:rPr>
              <a:t>Hand-Traced Parse Trees Yao et al, 2007</a:t>
            </a:r>
            <a:endParaRPr sz="1600">
              <a:solidFill>
                <a:schemeClr val="dk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pSp>
        <p:nvGrpSpPr>
          <p:cNvPr id="284" name="Google Shape;284;p48"/>
          <p:cNvGrpSpPr/>
          <p:nvPr/>
        </p:nvGrpSpPr>
        <p:grpSpPr>
          <a:xfrm>
            <a:off x="3520395" y="1121988"/>
            <a:ext cx="3723004" cy="3723004"/>
            <a:chOff x="3520394" y="1121987"/>
            <a:chExt cx="3723004" cy="3723004"/>
          </a:xfrm>
        </p:grpSpPr>
        <p:pic>
          <p:nvPicPr>
            <p:cNvPr id="285" name="Google Shape;285;p48"/>
            <p:cNvPicPr preferRelativeResize="0"/>
            <p:nvPr/>
          </p:nvPicPr>
          <p:blipFill rotWithShape="1">
            <a:blip r:embed="rId3">
              <a:alphaModFix/>
            </a:blip>
            <a:srcRect b="0" l="0" r="0" t="0"/>
            <a:stretch/>
          </p:blipFill>
          <p:spPr>
            <a:xfrm>
              <a:off x="3525156" y="1126750"/>
              <a:ext cx="3713077" cy="3713077"/>
            </a:xfrm>
            <a:prstGeom prst="rect">
              <a:avLst/>
            </a:prstGeom>
            <a:noFill/>
            <a:ln>
              <a:noFill/>
            </a:ln>
          </p:spPr>
        </p:pic>
        <p:sp>
          <p:nvSpPr>
            <p:cNvPr id="286" name="Google Shape;286;p48"/>
            <p:cNvSpPr/>
            <p:nvPr/>
          </p:nvSpPr>
          <p:spPr>
            <a:xfrm>
              <a:off x="3520394" y="1121987"/>
              <a:ext cx="3723004" cy="3723004"/>
            </a:xfrm>
            <a:custGeom>
              <a:rect b="b" l="l" r="r" t="t"/>
              <a:pathLst>
                <a:path extrusionOk="0" h="3723004" w="3723004">
                  <a:moveTo>
                    <a:pt x="0" y="0"/>
                  </a:moveTo>
                  <a:lnTo>
                    <a:pt x="3722686" y="0"/>
                  </a:lnTo>
                  <a:lnTo>
                    <a:pt x="3722686" y="3722686"/>
                  </a:lnTo>
                  <a:lnTo>
                    <a:pt x="0" y="3722686"/>
                  </a:lnTo>
                  <a:lnTo>
                    <a:pt x="0" y="0"/>
                  </a:lnTo>
                  <a:close/>
                </a:path>
              </a:pathLst>
            </a:custGeom>
            <a:noFill/>
            <a:ln cap="flat" cmpd="sng" w="7150">
              <a:solidFill>
                <a:srgbClr val="CFC8A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48"/>
            <p:cNvSpPr/>
            <p:nvPr/>
          </p:nvSpPr>
          <p:spPr>
            <a:xfrm>
              <a:off x="3525156" y="2359635"/>
              <a:ext cx="3713479" cy="1247775"/>
            </a:xfrm>
            <a:custGeom>
              <a:rect b="b" l="l" r="r" t="t"/>
              <a:pathLst>
                <a:path extrusionOk="0" h="1247775" w="3713479">
                  <a:moveTo>
                    <a:pt x="3713077" y="0"/>
                  </a:moveTo>
                  <a:lnTo>
                    <a:pt x="0" y="0"/>
                  </a:lnTo>
                  <a:lnTo>
                    <a:pt x="0" y="1247307"/>
                  </a:lnTo>
                  <a:lnTo>
                    <a:pt x="3713077" y="1247307"/>
                  </a:lnTo>
                  <a:lnTo>
                    <a:pt x="3713077" y="0"/>
                  </a:lnTo>
                  <a:close/>
                </a:path>
              </a:pathLst>
            </a:custGeom>
            <a:solidFill>
              <a:srgbClr val="000000">
                <a:alpha val="6470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8" name="Google Shape;288;p48"/>
            <p:cNvPicPr preferRelativeResize="0"/>
            <p:nvPr/>
          </p:nvPicPr>
          <p:blipFill rotWithShape="1">
            <a:blip r:embed="rId4">
              <a:alphaModFix/>
            </a:blip>
            <a:srcRect b="0" l="0" r="0" t="0"/>
            <a:stretch/>
          </p:blipFill>
          <p:spPr>
            <a:xfrm>
              <a:off x="3921761" y="2672175"/>
              <a:ext cx="2269628" cy="332668"/>
            </a:xfrm>
            <a:prstGeom prst="rect">
              <a:avLst/>
            </a:prstGeom>
            <a:noFill/>
            <a:ln>
              <a:noFill/>
            </a:ln>
          </p:spPr>
        </p:pic>
      </p:grpSp>
      <p:sp>
        <p:nvSpPr>
          <p:cNvPr id="289" name="Google Shape;289;p48"/>
          <p:cNvSpPr txBox="1"/>
          <p:nvPr/>
        </p:nvSpPr>
        <p:spPr>
          <a:xfrm>
            <a:off x="6221869" y="2682335"/>
            <a:ext cx="655800" cy="382200"/>
          </a:xfrm>
          <a:prstGeom prst="rect">
            <a:avLst/>
          </a:prstGeom>
          <a:noFill/>
          <a:ln>
            <a:noFill/>
          </a:ln>
        </p:spPr>
        <p:txBody>
          <a:bodyPr anchorCtr="0" anchor="t" bIns="0" lIns="0" spcFirstLastPara="1" rIns="0" wrap="square" tIns="12700">
            <a:spAutoFit/>
          </a:bodyPr>
          <a:lstStyle/>
          <a:p>
            <a:pPr indent="0" lvl="0" marL="0" marR="0" rtl="0" algn="l">
              <a:spcBef>
                <a:spcPts val="0"/>
              </a:spcBef>
              <a:spcAft>
                <a:spcPts val="0"/>
              </a:spcAft>
              <a:buNone/>
            </a:pPr>
            <a:r>
              <a:rPr b="1" lang="en" sz="2400">
                <a:solidFill>
                  <a:srgbClr val="FFFFFF"/>
                </a:solidFill>
                <a:latin typeface="Georgia"/>
                <a:ea typeface="Georgia"/>
                <a:cs typeface="Georgia"/>
                <a:sym typeface="Georgia"/>
              </a:rPr>
              <a:t>15M</a:t>
            </a:r>
            <a:endParaRPr sz="2400">
              <a:solidFill>
                <a:schemeClr val="dk1"/>
              </a:solidFill>
              <a:latin typeface="Georgia"/>
              <a:ea typeface="Georgia"/>
              <a:cs typeface="Georgia"/>
              <a:sym typeface="Georgia"/>
            </a:endParaRPr>
          </a:p>
        </p:txBody>
      </p:sp>
      <p:sp>
        <p:nvSpPr>
          <p:cNvPr id="290" name="Google Shape;290;p48"/>
          <p:cNvSpPr txBox="1"/>
          <p:nvPr/>
        </p:nvSpPr>
        <p:spPr>
          <a:xfrm>
            <a:off x="4744410" y="3137063"/>
            <a:ext cx="1275000" cy="228300"/>
          </a:xfrm>
          <a:prstGeom prst="rect">
            <a:avLst/>
          </a:prstGeom>
          <a:noFill/>
          <a:ln>
            <a:noFill/>
          </a:ln>
        </p:spPr>
        <p:txBody>
          <a:bodyPr anchorCtr="0" anchor="t" bIns="0" lIns="0" spcFirstLastPara="1" rIns="0" wrap="square" tIns="12700">
            <a:spAutoFit/>
          </a:bodyPr>
          <a:lstStyle/>
          <a:p>
            <a:pPr indent="0" lvl="0" marL="0" marR="0" rtl="0" algn="l">
              <a:spcBef>
                <a:spcPts val="0"/>
              </a:spcBef>
              <a:spcAft>
                <a:spcPts val="0"/>
              </a:spcAft>
              <a:buNone/>
            </a:pPr>
            <a:r>
              <a:rPr lang="en" sz="1400">
                <a:solidFill>
                  <a:srgbClr val="FFFFFF"/>
                </a:solidFill>
                <a:latin typeface="Georgia"/>
                <a:ea typeface="Georgia"/>
                <a:cs typeface="Georgia"/>
                <a:sym typeface="Georgia"/>
              </a:rPr>
              <a:t>[Deng et al. ’09]</a:t>
            </a:r>
            <a:endParaRPr sz="1400">
              <a:solidFill>
                <a:schemeClr val="dk1"/>
              </a:solidFill>
              <a:latin typeface="Georgia"/>
              <a:ea typeface="Georgia"/>
              <a:cs typeface="Georgia"/>
              <a:sym typeface="Georgia"/>
            </a:endParaRPr>
          </a:p>
        </p:txBody>
      </p:sp>
      <p:grpSp>
        <p:nvGrpSpPr>
          <p:cNvPr id="291" name="Google Shape;291;p48"/>
          <p:cNvGrpSpPr/>
          <p:nvPr/>
        </p:nvGrpSpPr>
        <p:grpSpPr>
          <a:xfrm>
            <a:off x="580136" y="2102600"/>
            <a:ext cx="3301903" cy="2737641"/>
            <a:chOff x="580135" y="2102600"/>
            <a:chExt cx="3301903" cy="2737641"/>
          </a:xfrm>
        </p:grpSpPr>
        <p:sp>
          <p:nvSpPr>
            <p:cNvPr id="292" name="Google Shape;292;p48"/>
            <p:cNvSpPr/>
            <p:nvPr/>
          </p:nvSpPr>
          <p:spPr>
            <a:xfrm>
              <a:off x="3525168" y="4483371"/>
              <a:ext cx="356870" cy="356870"/>
            </a:xfrm>
            <a:custGeom>
              <a:rect b="b" l="l" r="r" t="t"/>
              <a:pathLst>
                <a:path extrusionOk="0" h="356870" w="356870">
                  <a:moveTo>
                    <a:pt x="356454" y="0"/>
                  </a:moveTo>
                  <a:lnTo>
                    <a:pt x="0" y="0"/>
                  </a:lnTo>
                  <a:lnTo>
                    <a:pt x="0" y="356454"/>
                  </a:lnTo>
                  <a:lnTo>
                    <a:pt x="356454" y="356454"/>
                  </a:lnTo>
                  <a:lnTo>
                    <a:pt x="356454" y="0"/>
                  </a:lnTo>
                  <a:close/>
                </a:path>
              </a:pathLst>
            </a:custGeom>
            <a:solidFill>
              <a:srgbClr val="E0E0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48"/>
            <p:cNvSpPr/>
            <p:nvPr/>
          </p:nvSpPr>
          <p:spPr>
            <a:xfrm>
              <a:off x="3525168" y="4483371"/>
              <a:ext cx="356870" cy="356870"/>
            </a:xfrm>
            <a:custGeom>
              <a:rect b="b" l="l" r="r" t="t"/>
              <a:pathLst>
                <a:path extrusionOk="0" h="356870" w="356870">
                  <a:moveTo>
                    <a:pt x="0" y="0"/>
                  </a:moveTo>
                  <a:lnTo>
                    <a:pt x="356454" y="0"/>
                  </a:lnTo>
                  <a:lnTo>
                    <a:pt x="356454" y="356454"/>
                  </a:lnTo>
                  <a:lnTo>
                    <a:pt x="0" y="356454"/>
                  </a:lnTo>
                  <a:lnTo>
                    <a:pt x="0" y="0"/>
                  </a:lnTo>
                  <a:close/>
                </a:path>
              </a:pathLst>
            </a:custGeom>
            <a:noFill/>
            <a:ln cap="flat" cmpd="sng" w="19025">
              <a:solidFill>
                <a:srgbClr val="CFC8A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48"/>
            <p:cNvSpPr/>
            <p:nvPr/>
          </p:nvSpPr>
          <p:spPr>
            <a:xfrm>
              <a:off x="580135" y="2102600"/>
              <a:ext cx="2260600" cy="1905"/>
            </a:xfrm>
            <a:custGeom>
              <a:rect b="b" l="l" r="r" t="t"/>
              <a:pathLst>
                <a:path extrusionOk="0" h="1905" w="2260600">
                  <a:moveTo>
                    <a:pt x="0" y="0"/>
                  </a:moveTo>
                  <a:lnTo>
                    <a:pt x="2260599" y="1588"/>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48"/>
            <p:cNvSpPr/>
            <p:nvPr/>
          </p:nvSpPr>
          <p:spPr>
            <a:xfrm>
              <a:off x="2840734" y="2104186"/>
              <a:ext cx="684529" cy="2557779"/>
            </a:xfrm>
            <a:custGeom>
              <a:rect b="b" l="l" r="r" t="t"/>
              <a:pathLst>
                <a:path extrusionOk="0" h="2557779" w="684529">
                  <a:moveTo>
                    <a:pt x="0" y="0"/>
                  </a:moveTo>
                  <a:lnTo>
                    <a:pt x="684432" y="2557411"/>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48"/>
            <p:cNvSpPr/>
            <p:nvPr/>
          </p:nvSpPr>
          <p:spPr>
            <a:xfrm>
              <a:off x="3525155" y="4649723"/>
              <a:ext cx="190500" cy="190500"/>
            </a:xfrm>
            <a:custGeom>
              <a:rect b="b" l="l" r="r" t="t"/>
              <a:pathLst>
                <a:path extrusionOk="0" h="190500" w="190500">
                  <a:moveTo>
                    <a:pt x="190110" y="0"/>
                  </a:moveTo>
                  <a:lnTo>
                    <a:pt x="0" y="0"/>
                  </a:lnTo>
                  <a:lnTo>
                    <a:pt x="0" y="190109"/>
                  </a:lnTo>
                  <a:lnTo>
                    <a:pt x="190110" y="190109"/>
                  </a:lnTo>
                  <a:lnTo>
                    <a:pt x="190110" y="0"/>
                  </a:lnTo>
                  <a:close/>
                </a:path>
              </a:pathLst>
            </a:custGeom>
            <a:solidFill>
              <a:srgbClr val="CBCBC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48"/>
            <p:cNvSpPr/>
            <p:nvPr/>
          </p:nvSpPr>
          <p:spPr>
            <a:xfrm>
              <a:off x="3525155" y="4649723"/>
              <a:ext cx="190500" cy="190500"/>
            </a:xfrm>
            <a:custGeom>
              <a:rect b="b" l="l" r="r" t="t"/>
              <a:pathLst>
                <a:path extrusionOk="0" h="190500" w="190500">
                  <a:moveTo>
                    <a:pt x="0" y="0"/>
                  </a:moveTo>
                  <a:lnTo>
                    <a:pt x="190110" y="0"/>
                  </a:lnTo>
                  <a:lnTo>
                    <a:pt x="190110" y="190109"/>
                  </a:lnTo>
                  <a:lnTo>
                    <a:pt x="0" y="190109"/>
                  </a:lnTo>
                  <a:lnTo>
                    <a:pt x="0" y="0"/>
                  </a:lnTo>
                  <a:close/>
                </a:path>
              </a:pathLst>
            </a:custGeom>
            <a:noFill/>
            <a:ln cap="flat" cmpd="sng" w="19025">
              <a:solidFill>
                <a:srgbClr val="CFC8A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8" name="Google Shape;298;p48"/>
          <p:cNvSpPr txBox="1"/>
          <p:nvPr/>
        </p:nvSpPr>
        <p:spPr>
          <a:xfrm>
            <a:off x="592201" y="1612400"/>
            <a:ext cx="1170300" cy="494700"/>
          </a:xfrm>
          <a:prstGeom prst="rect">
            <a:avLst/>
          </a:prstGeom>
          <a:noFill/>
          <a:ln>
            <a:noFill/>
          </a:ln>
        </p:spPr>
        <p:txBody>
          <a:bodyPr anchorCtr="0" anchor="t" bIns="0" lIns="0" spcFirstLastPara="1" rIns="0" wrap="square" tIns="12700">
            <a:spAutoFit/>
          </a:bodyPr>
          <a:lstStyle/>
          <a:p>
            <a:pPr indent="0" lvl="0" marL="12700" marR="0" rtl="0" algn="l">
              <a:lnSpc>
                <a:spcPct val="118333"/>
              </a:lnSpc>
              <a:spcBef>
                <a:spcPts val="0"/>
              </a:spcBef>
              <a:spcAft>
                <a:spcPts val="0"/>
              </a:spcAft>
              <a:buNone/>
            </a:pPr>
            <a:r>
              <a:rPr b="1" lang="en" sz="1800">
                <a:solidFill>
                  <a:schemeClr val="dk1"/>
                </a:solidFill>
                <a:latin typeface="Georgia"/>
                <a:ea typeface="Georgia"/>
                <a:cs typeface="Georgia"/>
                <a:sym typeface="Georgia"/>
              </a:rPr>
              <a:t>SUN, </a:t>
            </a:r>
            <a:r>
              <a:rPr lang="en" sz="1800">
                <a:solidFill>
                  <a:schemeClr val="dk1"/>
                </a:solidFill>
                <a:latin typeface="Georgia"/>
                <a:ea typeface="Georgia"/>
                <a:cs typeface="Georgia"/>
                <a:sym typeface="Georgia"/>
              </a:rPr>
              <a:t>131K</a:t>
            </a:r>
            <a:endParaRPr sz="1800">
              <a:solidFill>
                <a:schemeClr val="dk1"/>
              </a:solidFill>
              <a:latin typeface="Georgia"/>
              <a:ea typeface="Georgia"/>
              <a:cs typeface="Georgia"/>
              <a:sym typeface="Georgia"/>
            </a:endParaRPr>
          </a:p>
          <a:p>
            <a:pPr indent="0" lvl="0" marL="12700" marR="0" rtl="0" algn="l">
              <a:lnSpc>
                <a:spcPct val="117029"/>
              </a:lnSpc>
              <a:spcBef>
                <a:spcPts val="0"/>
              </a:spcBef>
              <a:spcAft>
                <a:spcPts val="0"/>
              </a:spcAft>
              <a:buNone/>
            </a:pPr>
            <a:r>
              <a:rPr lang="en" sz="1000">
                <a:solidFill>
                  <a:schemeClr val="dk1"/>
                </a:solidFill>
                <a:latin typeface="Georgia"/>
                <a:ea typeface="Georgia"/>
                <a:cs typeface="Georgia"/>
                <a:sym typeface="Georgia"/>
              </a:rPr>
              <a:t>[Xiao et al. ‘10]</a:t>
            </a:r>
            <a:endParaRPr sz="1000">
              <a:solidFill>
                <a:schemeClr val="dk1"/>
              </a:solidFill>
              <a:latin typeface="Georgia"/>
              <a:ea typeface="Georgia"/>
              <a:cs typeface="Georgia"/>
              <a:sym typeface="Georgia"/>
            </a:endParaRPr>
          </a:p>
        </p:txBody>
      </p:sp>
      <p:sp>
        <p:nvSpPr>
          <p:cNvPr id="299" name="Google Shape;299;p48"/>
          <p:cNvSpPr txBox="1"/>
          <p:nvPr/>
        </p:nvSpPr>
        <p:spPr>
          <a:xfrm>
            <a:off x="592188" y="2373938"/>
            <a:ext cx="1572900" cy="494700"/>
          </a:xfrm>
          <a:prstGeom prst="rect">
            <a:avLst/>
          </a:prstGeom>
          <a:noFill/>
          <a:ln>
            <a:noFill/>
          </a:ln>
        </p:spPr>
        <p:txBody>
          <a:bodyPr anchorCtr="0" anchor="t" bIns="0" lIns="0" spcFirstLastPara="1" rIns="0" wrap="square" tIns="12700">
            <a:spAutoFit/>
          </a:bodyPr>
          <a:lstStyle/>
          <a:p>
            <a:pPr indent="0" lvl="0" marL="12700" marR="0" rtl="0" algn="l">
              <a:lnSpc>
                <a:spcPct val="118333"/>
              </a:lnSpc>
              <a:spcBef>
                <a:spcPts val="0"/>
              </a:spcBef>
              <a:spcAft>
                <a:spcPts val="0"/>
              </a:spcAft>
              <a:buNone/>
            </a:pPr>
            <a:r>
              <a:rPr b="1" lang="en" sz="1800">
                <a:solidFill>
                  <a:schemeClr val="dk1"/>
                </a:solidFill>
                <a:latin typeface="Georgia"/>
                <a:ea typeface="Georgia"/>
                <a:cs typeface="Georgia"/>
                <a:sym typeface="Georgia"/>
              </a:rPr>
              <a:t>LabelMe, </a:t>
            </a:r>
            <a:r>
              <a:rPr lang="en" sz="1800">
                <a:solidFill>
                  <a:schemeClr val="dk1"/>
                </a:solidFill>
                <a:latin typeface="Georgia"/>
                <a:ea typeface="Georgia"/>
                <a:cs typeface="Georgia"/>
                <a:sym typeface="Georgia"/>
              </a:rPr>
              <a:t>37K</a:t>
            </a:r>
            <a:endParaRPr sz="1800">
              <a:solidFill>
                <a:schemeClr val="dk1"/>
              </a:solidFill>
              <a:latin typeface="Georgia"/>
              <a:ea typeface="Georgia"/>
              <a:cs typeface="Georgia"/>
              <a:sym typeface="Georgia"/>
            </a:endParaRPr>
          </a:p>
          <a:p>
            <a:pPr indent="0" lvl="0" marL="12700" marR="0" rtl="0" algn="l">
              <a:lnSpc>
                <a:spcPct val="117029"/>
              </a:lnSpc>
              <a:spcBef>
                <a:spcPts val="0"/>
              </a:spcBef>
              <a:spcAft>
                <a:spcPts val="0"/>
              </a:spcAft>
              <a:buNone/>
            </a:pPr>
            <a:r>
              <a:rPr lang="en" sz="1000">
                <a:solidFill>
                  <a:schemeClr val="dk1"/>
                </a:solidFill>
                <a:latin typeface="Georgia"/>
                <a:ea typeface="Georgia"/>
                <a:cs typeface="Georgia"/>
                <a:sym typeface="Georgia"/>
              </a:rPr>
              <a:t>[Russell et al. ’07]</a:t>
            </a:r>
            <a:endParaRPr sz="1000">
              <a:solidFill>
                <a:schemeClr val="dk1"/>
              </a:solidFill>
              <a:latin typeface="Georgia"/>
              <a:ea typeface="Georgia"/>
              <a:cs typeface="Georgia"/>
              <a:sym typeface="Georgia"/>
            </a:endParaRPr>
          </a:p>
        </p:txBody>
      </p:sp>
      <p:grpSp>
        <p:nvGrpSpPr>
          <p:cNvPr id="300" name="Google Shape;300;p48"/>
          <p:cNvGrpSpPr/>
          <p:nvPr/>
        </p:nvGrpSpPr>
        <p:grpSpPr>
          <a:xfrm>
            <a:off x="580123" y="2860145"/>
            <a:ext cx="3117766" cy="1980114"/>
            <a:chOff x="580122" y="2860145"/>
            <a:chExt cx="3117766" cy="1980114"/>
          </a:xfrm>
        </p:grpSpPr>
        <p:sp>
          <p:nvSpPr>
            <p:cNvPr id="301" name="Google Shape;301;p48"/>
            <p:cNvSpPr/>
            <p:nvPr/>
          </p:nvSpPr>
          <p:spPr>
            <a:xfrm>
              <a:off x="580122" y="2860145"/>
              <a:ext cx="2260600" cy="1905"/>
            </a:xfrm>
            <a:custGeom>
              <a:rect b="b" l="l" r="r" t="t"/>
              <a:pathLst>
                <a:path extrusionOk="0" h="1905" w="2260600">
                  <a:moveTo>
                    <a:pt x="0" y="0"/>
                  </a:moveTo>
                  <a:lnTo>
                    <a:pt x="2260599" y="1588"/>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48"/>
            <p:cNvSpPr/>
            <p:nvPr/>
          </p:nvSpPr>
          <p:spPr>
            <a:xfrm>
              <a:off x="2840721" y="2861731"/>
              <a:ext cx="684529" cy="1892300"/>
            </a:xfrm>
            <a:custGeom>
              <a:rect b="b" l="l" r="r" t="t"/>
              <a:pathLst>
                <a:path extrusionOk="0" h="1892300" w="684529">
                  <a:moveTo>
                    <a:pt x="0" y="0"/>
                  </a:moveTo>
                  <a:lnTo>
                    <a:pt x="684432" y="1891957"/>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48"/>
            <p:cNvSpPr/>
            <p:nvPr/>
          </p:nvSpPr>
          <p:spPr>
            <a:xfrm>
              <a:off x="3525168" y="4667539"/>
              <a:ext cx="172720" cy="172720"/>
            </a:xfrm>
            <a:custGeom>
              <a:rect b="b" l="l" r="r" t="t"/>
              <a:pathLst>
                <a:path extrusionOk="0" h="172720" w="172720">
                  <a:moveTo>
                    <a:pt x="172286" y="0"/>
                  </a:moveTo>
                  <a:lnTo>
                    <a:pt x="0" y="0"/>
                  </a:lnTo>
                  <a:lnTo>
                    <a:pt x="0" y="172286"/>
                  </a:lnTo>
                  <a:lnTo>
                    <a:pt x="172286" y="172286"/>
                  </a:lnTo>
                  <a:lnTo>
                    <a:pt x="172286" y="0"/>
                  </a:lnTo>
                  <a:close/>
                </a:path>
              </a:pathLst>
            </a:custGeom>
            <a:solidFill>
              <a:srgbClr val="B5B5B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48"/>
            <p:cNvSpPr/>
            <p:nvPr/>
          </p:nvSpPr>
          <p:spPr>
            <a:xfrm>
              <a:off x="3525167" y="4667539"/>
              <a:ext cx="172720" cy="172720"/>
            </a:xfrm>
            <a:custGeom>
              <a:rect b="b" l="l" r="r" t="t"/>
              <a:pathLst>
                <a:path extrusionOk="0" h="172720" w="172720">
                  <a:moveTo>
                    <a:pt x="0" y="0"/>
                  </a:moveTo>
                  <a:lnTo>
                    <a:pt x="172287" y="0"/>
                  </a:lnTo>
                  <a:lnTo>
                    <a:pt x="172287" y="172286"/>
                  </a:lnTo>
                  <a:lnTo>
                    <a:pt x="0" y="172286"/>
                  </a:lnTo>
                  <a:lnTo>
                    <a:pt x="0" y="0"/>
                  </a:lnTo>
                  <a:close/>
                </a:path>
              </a:pathLst>
            </a:custGeom>
            <a:noFill/>
            <a:ln cap="flat" cmpd="sng" w="19025">
              <a:solidFill>
                <a:srgbClr val="CFC8A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48"/>
            <p:cNvSpPr/>
            <p:nvPr/>
          </p:nvSpPr>
          <p:spPr>
            <a:xfrm>
              <a:off x="580135" y="3625661"/>
              <a:ext cx="2260600" cy="1904"/>
            </a:xfrm>
            <a:custGeom>
              <a:rect b="b" l="l" r="r" t="t"/>
              <a:pathLst>
                <a:path extrusionOk="0" h="1904" w="2260600">
                  <a:moveTo>
                    <a:pt x="0" y="0"/>
                  </a:moveTo>
                  <a:lnTo>
                    <a:pt x="2260599" y="1587"/>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48"/>
            <p:cNvSpPr/>
            <p:nvPr/>
          </p:nvSpPr>
          <p:spPr>
            <a:xfrm>
              <a:off x="2840734" y="3627248"/>
              <a:ext cx="684529" cy="1126489"/>
            </a:xfrm>
            <a:custGeom>
              <a:rect b="b" l="l" r="r" t="t"/>
              <a:pathLst>
                <a:path extrusionOk="0" h="1126489" w="684529">
                  <a:moveTo>
                    <a:pt x="0" y="0"/>
                  </a:moveTo>
                  <a:lnTo>
                    <a:pt x="684432" y="1126433"/>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48"/>
            <p:cNvSpPr/>
            <p:nvPr/>
          </p:nvSpPr>
          <p:spPr>
            <a:xfrm>
              <a:off x="3525156" y="4750711"/>
              <a:ext cx="89535" cy="89535"/>
            </a:xfrm>
            <a:custGeom>
              <a:rect b="b" l="l" r="r" t="t"/>
              <a:pathLst>
                <a:path extrusionOk="0" h="89535" w="89535">
                  <a:moveTo>
                    <a:pt x="89113" y="0"/>
                  </a:moveTo>
                  <a:lnTo>
                    <a:pt x="0" y="0"/>
                  </a:lnTo>
                  <a:lnTo>
                    <a:pt x="0" y="89113"/>
                  </a:lnTo>
                  <a:lnTo>
                    <a:pt x="89113" y="89113"/>
                  </a:lnTo>
                  <a:lnTo>
                    <a:pt x="89113"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48"/>
            <p:cNvSpPr/>
            <p:nvPr/>
          </p:nvSpPr>
          <p:spPr>
            <a:xfrm>
              <a:off x="3525156" y="4750712"/>
              <a:ext cx="89535" cy="89535"/>
            </a:xfrm>
            <a:custGeom>
              <a:rect b="b" l="l" r="r" t="t"/>
              <a:pathLst>
                <a:path extrusionOk="0" h="89535" w="89535">
                  <a:moveTo>
                    <a:pt x="0" y="0"/>
                  </a:moveTo>
                  <a:lnTo>
                    <a:pt x="89113" y="0"/>
                  </a:lnTo>
                  <a:lnTo>
                    <a:pt x="89113" y="89113"/>
                  </a:lnTo>
                  <a:lnTo>
                    <a:pt x="0" y="89113"/>
                  </a:lnTo>
                  <a:lnTo>
                    <a:pt x="0" y="0"/>
                  </a:lnTo>
                  <a:close/>
                </a:path>
              </a:pathLst>
            </a:custGeom>
            <a:noFill/>
            <a:ln cap="flat" cmpd="sng" w="19025">
              <a:solidFill>
                <a:srgbClr val="CFC8A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48"/>
            <p:cNvSpPr/>
            <p:nvPr/>
          </p:nvSpPr>
          <p:spPr>
            <a:xfrm>
              <a:off x="580123" y="4387194"/>
              <a:ext cx="2260600" cy="1904"/>
            </a:xfrm>
            <a:custGeom>
              <a:rect b="b" l="l" r="r" t="t"/>
              <a:pathLst>
                <a:path extrusionOk="0" h="1904" w="2260600">
                  <a:moveTo>
                    <a:pt x="0" y="0"/>
                  </a:moveTo>
                  <a:lnTo>
                    <a:pt x="2260599" y="1587"/>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48"/>
            <p:cNvSpPr/>
            <p:nvPr/>
          </p:nvSpPr>
          <p:spPr>
            <a:xfrm>
              <a:off x="2840723" y="4388782"/>
              <a:ext cx="684529" cy="407035"/>
            </a:xfrm>
            <a:custGeom>
              <a:rect b="b" l="l" r="r" t="t"/>
              <a:pathLst>
                <a:path extrusionOk="0" h="407035" w="684529">
                  <a:moveTo>
                    <a:pt x="0" y="0"/>
                  </a:moveTo>
                  <a:lnTo>
                    <a:pt x="684432" y="406486"/>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1" name="Google Shape;311;p48"/>
          <p:cNvSpPr txBox="1"/>
          <p:nvPr>
            <p:ph type="title"/>
          </p:nvPr>
        </p:nvSpPr>
        <p:spPr>
          <a:xfrm>
            <a:off x="838200" y="348480"/>
            <a:ext cx="10515600" cy="567000"/>
          </a:xfrm>
          <a:prstGeom prst="rect">
            <a:avLst/>
          </a:prstGeom>
          <a:noFill/>
          <a:ln>
            <a:noFill/>
          </a:ln>
        </p:spPr>
        <p:txBody>
          <a:bodyPr anchorCtr="0" anchor="ctr" bIns="0" lIns="0" spcFirstLastPara="1" rIns="0" wrap="square" tIns="12700">
            <a:spAutoFit/>
          </a:bodyPr>
          <a:lstStyle/>
          <a:p>
            <a:pPr indent="0" lvl="0" marL="1905000" rtl="0" algn="l">
              <a:lnSpc>
                <a:spcPct val="100000"/>
              </a:lnSpc>
              <a:spcBef>
                <a:spcPts val="0"/>
              </a:spcBef>
              <a:spcAft>
                <a:spcPts val="0"/>
              </a:spcAft>
              <a:buClr>
                <a:schemeClr val="dk1"/>
              </a:buClr>
              <a:buSzPts val="3300"/>
              <a:buFont typeface="Calibri"/>
              <a:buNone/>
            </a:pPr>
            <a:r>
              <a:rPr lang="en"/>
              <a:t>…They Targeted Scale</a:t>
            </a:r>
            <a:endParaRPr/>
          </a:p>
        </p:txBody>
      </p:sp>
      <p:sp>
        <p:nvSpPr>
          <p:cNvPr id="312" name="Google Shape;312;p48"/>
          <p:cNvSpPr txBox="1"/>
          <p:nvPr/>
        </p:nvSpPr>
        <p:spPr>
          <a:xfrm>
            <a:off x="592201" y="3135462"/>
            <a:ext cx="2142600" cy="494700"/>
          </a:xfrm>
          <a:prstGeom prst="rect">
            <a:avLst/>
          </a:prstGeom>
          <a:noFill/>
          <a:ln>
            <a:noFill/>
          </a:ln>
        </p:spPr>
        <p:txBody>
          <a:bodyPr anchorCtr="0" anchor="t" bIns="0" lIns="0" spcFirstLastPara="1" rIns="0" wrap="square" tIns="12700">
            <a:spAutoFit/>
          </a:bodyPr>
          <a:lstStyle/>
          <a:p>
            <a:pPr indent="0" lvl="0" marL="12700" marR="0" rtl="0" algn="l">
              <a:lnSpc>
                <a:spcPct val="118333"/>
              </a:lnSpc>
              <a:spcBef>
                <a:spcPts val="0"/>
              </a:spcBef>
              <a:spcAft>
                <a:spcPts val="0"/>
              </a:spcAft>
              <a:buNone/>
            </a:pPr>
            <a:r>
              <a:rPr b="1" lang="en" sz="1800">
                <a:solidFill>
                  <a:schemeClr val="dk1"/>
                </a:solidFill>
                <a:latin typeface="Georgia"/>
                <a:ea typeface="Georgia"/>
                <a:cs typeface="Georgia"/>
                <a:sym typeface="Georgia"/>
              </a:rPr>
              <a:t>PASCAL VOC, </a:t>
            </a:r>
            <a:r>
              <a:rPr lang="en" sz="1800">
                <a:solidFill>
                  <a:schemeClr val="dk1"/>
                </a:solidFill>
                <a:latin typeface="Georgia"/>
                <a:ea typeface="Georgia"/>
                <a:cs typeface="Georgia"/>
                <a:sym typeface="Georgia"/>
              </a:rPr>
              <a:t>30K</a:t>
            </a:r>
            <a:endParaRPr sz="1800">
              <a:solidFill>
                <a:schemeClr val="dk1"/>
              </a:solidFill>
              <a:latin typeface="Georgia"/>
              <a:ea typeface="Georgia"/>
              <a:cs typeface="Georgia"/>
              <a:sym typeface="Georgia"/>
            </a:endParaRPr>
          </a:p>
          <a:p>
            <a:pPr indent="0" lvl="0" marL="12700" marR="0" rtl="0" algn="l">
              <a:lnSpc>
                <a:spcPct val="117029"/>
              </a:lnSpc>
              <a:spcBef>
                <a:spcPts val="0"/>
              </a:spcBef>
              <a:spcAft>
                <a:spcPts val="0"/>
              </a:spcAft>
              <a:buNone/>
            </a:pPr>
            <a:r>
              <a:rPr lang="en" sz="1000">
                <a:solidFill>
                  <a:schemeClr val="dk1"/>
                </a:solidFill>
                <a:latin typeface="Georgia"/>
                <a:ea typeface="Georgia"/>
                <a:cs typeface="Georgia"/>
                <a:sym typeface="Georgia"/>
              </a:rPr>
              <a:t>[Everingham et al. ’06-’12]</a:t>
            </a:r>
            <a:endParaRPr sz="1000">
              <a:solidFill>
                <a:schemeClr val="dk1"/>
              </a:solidFill>
              <a:latin typeface="Georgia"/>
              <a:ea typeface="Georgia"/>
              <a:cs typeface="Georgia"/>
              <a:sym typeface="Georgia"/>
            </a:endParaRPr>
          </a:p>
        </p:txBody>
      </p:sp>
      <p:sp>
        <p:nvSpPr>
          <p:cNvPr id="313" name="Google Shape;313;p48"/>
          <p:cNvSpPr txBox="1"/>
          <p:nvPr/>
        </p:nvSpPr>
        <p:spPr>
          <a:xfrm>
            <a:off x="592188" y="3896995"/>
            <a:ext cx="1707600" cy="494700"/>
          </a:xfrm>
          <a:prstGeom prst="rect">
            <a:avLst/>
          </a:prstGeom>
          <a:noFill/>
          <a:ln>
            <a:noFill/>
          </a:ln>
        </p:spPr>
        <p:txBody>
          <a:bodyPr anchorCtr="0" anchor="t" bIns="0" lIns="0" spcFirstLastPara="1" rIns="0" wrap="square" tIns="12700">
            <a:spAutoFit/>
          </a:bodyPr>
          <a:lstStyle/>
          <a:p>
            <a:pPr indent="0" lvl="0" marL="12700" marR="0" rtl="0" algn="l">
              <a:lnSpc>
                <a:spcPct val="118333"/>
              </a:lnSpc>
              <a:spcBef>
                <a:spcPts val="0"/>
              </a:spcBef>
              <a:spcAft>
                <a:spcPts val="0"/>
              </a:spcAft>
              <a:buNone/>
            </a:pPr>
            <a:r>
              <a:rPr b="1" lang="en" sz="1800">
                <a:solidFill>
                  <a:schemeClr val="dk1"/>
                </a:solidFill>
                <a:latin typeface="Georgia"/>
                <a:ea typeface="Georgia"/>
                <a:cs typeface="Georgia"/>
                <a:sym typeface="Georgia"/>
              </a:rPr>
              <a:t>Caltech101, </a:t>
            </a:r>
            <a:r>
              <a:rPr lang="en" sz="1800">
                <a:solidFill>
                  <a:schemeClr val="dk1"/>
                </a:solidFill>
                <a:latin typeface="Georgia"/>
                <a:ea typeface="Georgia"/>
                <a:cs typeface="Georgia"/>
                <a:sym typeface="Georgia"/>
              </a:rPr>
              <a:t>9K</a:t>
            </a:r>
            <a:endParaRPr sz="1800">
              <a:solidFill>
                <a:schemeClr val="dk1"/>
              </a:solidFill>
              <a:latin typeface="Georgia"/>
              <a:ea typeface="Georgia"/>
              <a:cs typeface="Georgia"/>
              <a:sym typeface="Georgia"/>
            </a:endParaRPr>
          </a:p>
          <a:p>
            <a:pPr indent="0" lvl="0" marL="12700" marR="0" rtl="0" algn="l">
              <a:lnSpc>
                <a:spcPct val="117029"/>
              </a:lnSpc>
              <a:spcBef>
                <a:spcPts val="0"/>
              </a:spcBef>
              <a:spcAft>
                <a:spcPts val="0"/>
              </a:spcAft>
              <a:buNone/>
            </a:pPr>
            <a:r>
              <a:rPr lang="en" sz="1000">
                <a:solidFill>
                  <a:schemeClr val="dk1"/>
                </a:solidFill>
                <a:latin typeface="Georgia"/>
                <a:ea typeface="Georgia"/>
                <a:cs typeface="Georgia"/>
                <a:sym typeface="Georgia"/>
              </a:rPr>
              <a:t>[Fei-Fei, Fergus, Perona, ‘03]</a:t>
            </a:r>
            <a:endParaRPr sz="1000">
              <a:solidFill>
                <a:schemeClr val="dk1"/>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9"/>
          <p:cNvSpPr txBox="1"/>
          <p:nvPr/>
        </p:nvSpPr>
        <p:spPr>
          <a:xfrm>
            <a:off x="1335245" y="296691"/>
            <a:ext cx="6478800" cy="1244100"/>
          </a:xfrm>
          <a:prstGeom prst="rect">
            <a:avLst/>
          </a:prstGeom>
          <a:noFill/>
          <a:ln>
            <a:noFill/>
          </a:ln>
        </p:spPr>
        <p:txBody>
          <a:bodyPr anchorCtr="0" anchor="t" bIns="0" lIns="0" spcFirstLastPara="1" rIns="0" wrap="square" tIns="12700">
            <a:spAutoFit/>
          </a:bodyPr>
          <a:lstStyle/>
          <a:p>
            <a:pPr indent="-1282700" lvl="0" marL="1295400" marR="0" rtl="0" algn="l">
              <a:spcBef>
                <a:spcPts val="0"/>
              </a:spcBef>
              <a:spcAft>
                <a:spcPts val="0"/>
              </a:spcAft>
              <a:buNone/>
            </a:pPr>
            <a:r>
              <a:rPr lang="en" sz="4000">
                <a:solidFill>
                  <a:srgbClr val="262626"/>
                </a:solidFill>
                <a:latin typeface="Georgia"/>
                <a:ea typeface="Georgia"/>
                <a:cs typeface="Georgia"/>
                <a:sym typeface="Georgia"/>
              </a:rPr>
              <a:t>An Emphasis on Community and Achievement</a:t>
            </a:r>
            <a:endParaRPr sz="4000">
              <a:solidFill>
                <a:schemeClr val="dk1"/>
              </a:solidFill>
              <a:latin typeface="Georgia"/>
              <a:ea typeface="Georgia"/>
              <a:cs typeface="Georgia"/>
              <a:sym typeface="Georgia"/>
            </a:endParaRPr>
          </a:p>
        </p:txBody>
      </p:sp>
      <p:pic>
        <p:nvPicPr>
          <p:cNvPr id="319" name="Google Shape;319;p49"/>
          <p:cNvPicPr preferRelativeResize="0"/>
          <p:nvPr/>
        </p:nvPicPr>
        <p:blipFill rotWithShape="1">
          <a:blip r:embed="rId3">
            <a:alphaModFix/>
          </a:blip>
          <a:srcRect b="0" l="0" r="0" t="0"/>
          <a:stretch/>
        </p:blipFill>
        <p:spPr>
          <a:xfrm>
            <a:off x="2695577" y="2363323"/>
            <a:ext cx="3752845" cy="550068"/>
          </a:xfrm>
          <a:prstGeom prst="rect">
            <a:avLst/>
          </a:prstGeom>
          <a:noFill/>
          <a:ln>
            <a:noFill/>
          </a:ln>
        </p:spPr>
      </p:pic>
      <p:sp>
        <p:nvSpPr>
          <p:cNvPr id="320" name="Google Shape;320;p49"/>
          <p:cNvSpPr txBox="1"/>
          <p:nvPr>
            <p:ph idx="1" type="subTitle"/>
          </p:nvPr>
        </p:nvSpPr>
        <p:spPr>
          <a:xfrm>
            <a:off x="1525953" y="3953730"/>
            <a:ext cx="6092100" cy="833700"/>
          </a:xfrm>
          <a:prstGeom prst="rect">
            <a:avLst/>
          </a:prstGeom>
          <a:noFill/>
          <a:ln>
            <a:noFill/>
          </a:ln>
        </p:spPr>
        <p:txBody>
          <a:bodyPr anchorCtr="0" anchor="t" bIns="0" lIns="0" spcFirstLastPara="1" rIns="0" wrap="square" tIns="33025">
            <a:spAutoFit/>
          </a:bodyPr>
          <a:lstStyle/>
          <a:p>
            <a:pPr indent="0" lvl="0" marL="12700" marR="0" rtl="0" algn="ctr">
              <a:lnSpc>
                <a:spcPct val="116656"/>
              </a:lnSpc>
              <a:spcBef>
                <a:spcPts val="0"/>
              </a:spcBef>
              <a:spcAft>
                <a:spcPts val="200"/>
              </a:spcAft>
              <a:buClr>
                <a:srgbClr val="262626"/>
              </a:buClr>
              <a:buSzPts val="2400"/>
              <a:buNone/>
            </a:pPr>
            <a:r>
              <a:rPr b="1" lang="en" sz="2400"/>
              <a:t>Large Scale Visual Recognition Challenge (ILSVRC 2010-2017)</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0"/>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ImageNet Evaluation</a:t>
            </a:r>
            <a:endParaRPr/>
          </a:p>
        </p:txBody>
      </p:sp>
      <p:pic>
        <p:nvPicPr>
          <p:cNvPr id="326" name="Google Shape;326;p50"/>
          <p:cNvPicPr preferRelativeResize="0"/>
          <p:nvPr/>
        </p:nvPicPr>
        <p:blipFill>
          <a:blip r:embed="rId3">
            <a:alphaModFix/>
          </a:blip>
          <a:stretch>
            <a:fillRect/>
          </a:stretch>
        </p:blipFill>
        <p:spPr>
          <a:xfrm>
            <a:off x="293825" y="1900572"/>
            <a:ext cx="2733675" cy="1676400"/>
          </a:xfrm>
          <a:prstGeom prst="rect">
            <a:avLst/>
          </a:prstGeom>
          <a:noFill/>
          <a:ln>
            <a:noFill/>
          </a:ln>
        </p:spPr>
      </p:pic>
      <p:sp>
        <p:nvSpPr>
          <p:cNvPr id="327" name="Google Shape;327;p50"/>
          <p:cNvSpPr/>
          <p:nvPr/>
        </p:nvSpPr>
        <p:spPr>
          <a:xfrm>
            <a:off x="3729500" y="2084775"/>
            <a:ext cx="2032800" cy="1308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t>Classifier</a:t>
            </a:r>
            <a:endParaRPr sz="2500"/>
          </a:p>
        </p:txBody>
      </p:sp>
      <p:cxnSp>
        <p:nvCxnSpPr>
          <p:cNvPr id="328" name="Google Shape;328;p50"/>
          <p:cNvCxnSpPr>
            <a:stCxn id="326" idx="3"/>
            <a:endCxn id="327" idx="1"/>
          </p:cNvCxnSpPr>
          <p:nvPr/>
        </p:nvCxnSpPr>
        <p:spPr>
          <a:xfrm>
            <a:off x="3027500" y="2738772"/>
            <a:ext cx="702000" cy="0"/>
          </a:xfrm>
          <a:prstGeom prst="straightConnector1">
            <a:avLst/>
          </a:prstGeom>
          <a:noFill/>
          <a:ln cap="flat" cmpd="sng" w="38100">
            <a:solidFill>
              <a:schemeClr val="dk2"/>
            </a:solidFill>
            <a:prstDash val="solid"/>
            <a:round/>
            <a:headEnd len="med" w="med" type="none"/>
            <a:tailEnd len="med" w="med" type="triangle"/>
          </a:ln>
        </p:spPr>
      </p:cxnSp>
      <p:cxnSp>
        <p:nvCxnSpPr>
          <p:cNvPr id="329" name="Google Shape;329;p50"/>
          <p:cNvCxnSpPr/>
          <p:nvPr/>
        </p:nvCxnSpPr>
        <p:spPr>
          <a:xfrm>
            <a:off x="5762300" y="2738772"/>
            <a:ext cx="702000" cy="0"/>
          </a:xfrm>
          <a:prstGeom prst="straightConnector1">
            <a:avLst/>
          </a:prstGeom>
          <a:noFill/>
          <a:ln cap="flat" cmpd="sng" w="38100">
            <a:solidFill>
              <a:schemeClr val="dk2"/>
            </a:solidFill>
            <a:prstDash val="solid"/>
            <a:round/>
            <a:headEnd len="med" w="med" type="none"/>
            <a:tailEnd len="med" w="med" type="triangle"/>
          </a:ln>
        </p:spPr>
      </p:cxnSp>
      <p:sp>
        <p:nvSpPr>
          <p:cNvPr id="330" name="Google Shape;330;p50"/>
          <p:cNvSpPr txBox="1"/>
          <p:nvPr/>
        </p:nvSpPr>
        <p:spPr>
          <a:xfrm>
            <a:off x="7034775" y="2531025"/>
            <a:ext cx="2536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F3F3F"/>
                </a:solidFill>
              </a:rPr>
              <a:t>“Car”</a:t>
            </a:r>
            <a:endParaRPr sz="1500">
              <a:solidFill>
                <a:srgbClr val="3F3F3F"/>
              </a:solidFill>
            </a:endParaRPr>
          </a:p>
        </p:txBody>
      </p:sp>
      <p:sp>
        <p:nvSpPr>
          <p:cNvPr id="331" name="Google Shape;331;p50"/>
          <p:cNvSpPr/>
          <p:nvPr/>
        </p:nvSpPr>
        <p:spPr>
          <a:xfrm>
            <a:off x="6522175" y="1851525"/>
            <a:ext cx="1687800" cy="679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Output class</a:t>
            </a:r>
            <a:endParaRPr sz="2000"/>
          </a:p>
        </p:txBody>
      </p:sp>
      <p:sp>
        <p:nvSpPr>
          <p:cNvPr id="332" name="Google Shape;332;p50"/>
          <p:cNvSpPr/>
          <p:nvPr/>
        </p:nvSpPr>
        <p:spPr>
          <a:xfrm>
            <a:off x="6080300" y="3576975"/>
            <a:ext cx="2660100" cy="8319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Metric: </a:t>
            </a:r>
            <a:r>
              <a:rPr lang="en"/>
              <a:t>Accuracy</a:t>
            </a:r>
            <a:endParaRPr/>
          </a:p>
          <a:p>
            <a:pPr indent="0" lvl="0" marL="0" rtl="0" algn="l">
              <a:spcBef>
                <a:spcPts val="0"/>
              </a:spcBef>
              <a:spcAft>
                <a:spcPts val="0"/>
              </a:spcAft>
              <a:buNone/>
            </a:pPr>
            <a:r>
              <a:rPr lang="en"/>
              <a:t>Does predicted class match ground truth label?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grpSp>
        <p:nvGrpSpPr>
          <p:cNvPr id="337" name="Google Shape;337;p51"/>
          <p:cNvGrpSpPr/>
          <p:nvPr/>
        </p:nvGrpSpPr>
        <p:grpSpPr>
          <a:xfrm>
            <a:off x="735574" y="1299356"/>
            <a:ext cx="7673340" cy="2780011"/>
            <a:chOff x="735573" y="1299356"/>
            <a:chExt cx="7673340" cy="2780011"/>
          </a:xfrm>
        </p:grpSpPr>
        <p:pic>
          <p:nvPicPr>
            <p:cNvPr id="338" name="Google Shape;338;p51"/>
            <p:cNvPicPr preferRelativeResize="0"/>
            <p:nvPr/>
          </p:nvPicPr>
          <p:blipFill rotWithShape="1">
            <a:blip r:embed="rId3">
              <a:alphaModFix/>
            </a:blip>
            <a:srcRect b="0" l="0" r="0" t="0"/>
            <a:stretch/>
          </p:blipFill>
          <p:spPr>
            <a:xfrm>
              <a:off x="735573" y="1299356"/>
              <a:ext cx="7672851" cy="2777472"/>
            </a:xfrm>
            <a:prstGeom prst="rect">
              <a:avLst/>
            </a:prstGeom>
            <a:noFill/>
            <a:ln>
              <a:noFill/>
            </a:ln>
          </p:spPr>
        </p:pic>
        <p:sp>
          <p:nvSpPr>
            <p:cNvPr id="339" name="Google Shape;339;p51"/>
            <p:cNvSpPr/>
            <p:nvPr/>
          </p:nvSpPr>
          <p:spPr>
            <a:xfrm>
              <a:off x="735573" y="4076828"/>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51"/>
            <p:cNvSpPr/>
            <p:nvPr/>
          </p:nvSpPr>
          <p:spPr>
            <a:xfrm>
              <a:off x="735573" y="3469352"/>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51"/>
            <p:cNvSpPr/>
            <p:nvPr/>
          </p:nvSpPr>
          <p:spPr>
            <a:xfrm>
              <a:off x="735573" y="2861877"/>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51"/>
            <p:cNvSpPr/>
            <p:nvPr/>
          </p:nvSpPr>
          <p:spPr>
            <a:xfrm>
              <a:off x="735573" y="2254403"/>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51"/>
            <p:cNvSpPr/>
            <p:nvPr/>
          </p:nvSpPr>
          <p:spPr>
            <a:xfrm>
              <a:off x="735573" y="1646927"/>
              <a:ext cx="7673340" cy="2539"/>
            </a:xfrm>
            <a:custGeom>
              <a:rect b="b" l="l" r="r" t="t"/>
              <a:pathLst>
                <a:path extrusionOk="0" h="2539" w="7673340">
                  <a:moveTo>
                    <a:pt x="0" y="0"/>
                  </a:moveTo>
                  <a:lnTo>
                    <a:pt x="7672850" y="1940"/>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4" name="Google Shape;344;p51"/>
          <p:cNvSpPr txBox="1"/>
          <p:nvPr/>
        </p:nvSpPr>
        <p:spPr>
          <a:xfrm>
            <a:off x="1204896" y="3806042"/>
            <a:ext cx="716100" cy="292500"/>
          </a:xfrm>
          <a:prstGeom prst="rect">
            <a:avLst/>
          </a:prstGeom>
          <a:solidFill>
            <a:srgbClr val="E2A8A5"/>
          </a:solidFill>
          <a:ln>
            <a:noFill/>
          </a:ln>
        </p:spPr>
        <p:txBody>
          <a:bodyPr anchorCtr="0" anchor="t" bIns="0" lIns="0" spcFirstLastPara="1" rIns="0" wrap="square" tIns="45725">
            <a:spAutoFit/>
          </a:bodyPr>
          <a:lstStyle/>
          <a:p>
            <a:pPr indent="0" lvl="0" marL="241300" marR="0" rtl="0" algn="l">
              <a:spcBef>
                <a:spcPts val="0"/>
              </a:spcBef>
              <a:spcAft>
                <a:spcPts val="0"/>
              </a:spcAft>
              <a:buNone/>
            </a:pPr>
            <a:r>
              <a:rPr b="1" lang="en" sz="1600">
                <a:solidFill>
                  <a:srgbClr val="FFFFFF"/>
                </a:solidFill>
                <a:latin typeface="Georgia"/>
                <a:ea typeface="Georgia"/>
                <a:cs typeface="Georgia"/>
                <a:sym typeface="Georgia"/>
              </a:rPr>
              <a:t>35</a:t>
            </a:r>
            <a:endParaRPr sz="1600">
              <a:solidFill>
                <a:schemeClr val="dk1"/>
              </a:solidFill>
              <a:latin typeface="Georgia"/>
              <a:ea typeface="Georgia"/>
              <a:cs typeface="Georgia"/>
              <a:sym typeface="Georgia"/>
            </a:endParaRPr>
          </a:p>
        </p:txBody>
      </p:sp>
      <p:sp>
        <p:nvSpPr>
          <p:cNvPr id="345" name="Google Shape;345;p51"/>
          <p:cNvSpPr/>
          <p:nvPr/>
        </p:nvSpPr>
        <p:spPr>
          <a:xfrm>
            <a:off x="2209445" y="2861882"/>
            <a:ext cx="2720975" cy="1217295"/>
          </a:xfrm>
          <a:custGeom>
            <a:rect b="b" l="l" r="r" t="t"/>
            <a:pathLst>
              <a:path extrusionOk="0" h="1217295" w="2720975">
                <a:moveTo>
                  <a:pt x="715962" y="999261"/>
                </a:moveTo>
                <a:lnTo>
                  <a:pt x="0" y="999261"/>
                </a:lnTo>
                <a:lnTo>
                  <a:pt x="0" y="1216888"/>
                </a:lnTo>
                <a:lnTo>
                  <a:pt x="715962" y="1216888"/>
                </a:lnTo>
                <a:lnTo>
                  <a:pt x="715962" y="999261"/>
                </a:lnTo>
                <a:close/>
              </a:path>
              <a:path extrusionOk="0" h="1217295" w="2720975">
                <a:moveTo>
                  <a:pt x="2720543" y="0"/>
                </a:moveTo>
                <a:lnTo>
                  <a:pt x="2004580" y="0"/>
                </a:lnTo>
                <a:lnTo>
                  <a:pt x="2004580" y="1216888"/>
                </a:lnTo>
                <a:lnTo>
                  <a:pt x="2720543" y="1216888"/>
                </a:lnTo>
                <a:lnTo>
                  <a:pt x="2720543"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51"/>
          <p:cNvSpPr txBox="1"/>
          <p:nvPr/>
        </p:nvSpPr>
        <p:spPr>
          <a:xfrm>
            <a:off x="3211878" y="3786276"/>
            <a:ext cx="716100" cy="292500"/>
          </a:xfrm>
          <a:prstGeom prst="rect">
            <a:avLst/>
          </a:prstGeom>
          <a:solidFill>
            <a:srgbClr val="E2A8A5"/>
          </a:solidFill>
          <a:ln>
            <a:noFill/>
          </a:ln>
        </p:spPr>
        <p:txBody>
          <a:bodyPr anchorCtr="0" anchor="t" bIns="0" lIns="0" spcFirstLastPara="1" rIns="0" wrap="square" tIns="45725">
            <a:spAutoFit/>
          </a:bodyPr>
          <a:lstStyle/>
          <a:p>
            <a:pPr indent="0" lvl="0" marL="228600" marR="0" rtl="0" algn="l">
              <a:spcBef>
                <a:spcPts val="0"/>
              </a:spcBef>
              <a:spcAft>
                <a:spcPts val="0"/>
              </a:spcAft>
              <a:buNone/>
            </a:pPr>
            <a:r>
              <a:rPr b="1" lang="en" sz="1600">
                <a:solidFill>
                  <a:srgbClr val="FFFFFF"/>
                </a:solidFill>
                <a:latin typeface="Georgia"/>
                <a:ea typeface="Georgia"/>
                <a:cs typeface="Georgia"/>
                <a:sym typeface="Georgia"/>
              </a:rPr>
              <a:t>29</a:t>
            </a:r>
            <a:endParaRPr sz="1600">
              <a:solidFill>
                <a:schemeClr val="dk1"/>
              </a:solidFill>
              <a:latin typeface="Georgia"/>
              <a:ea typeface="Georgia"/>
              <a:cs typeface="Georgia"/>
              <a:sym typeface="Georgia"/>
            </a:endParaRPr>
          </a:p>
        </p:txBody>
      </p:sp>
      <p:sp>
        <p:nvSpPr>
          <p:cNvPr id="347" name="Google Shape;347;p51"/>
          <p:cNvSpPr txBox="1"/>
          <p:nvPr/>
        </p:nvSpPr>
        <p:spPr>
          <a:xfrm>
            <a:off x="4214036" y="2870167"/>
            <a:ext cx="716100" cy="284100"/>
          </a:xfrm>
          <a:prstGeom prst="rect">
            <a:avLst/>
          </a:prstGeom>
          <a:solidFill>
            <a:srgbClr val="E2A8A5"/>
          </a:solidFill>
          <a:ln>
            <a:noFill/>
          </a:ln>
        </p:spPr>
        <p:txBody>
          <a:bodyPr anchorCtr="0" anchor="t" bIns="0" lIns="0" spcFirstLastPara="1" rIns="0" wrap="square" tIns="37475">
            <a:spAutoFit/>
          </a:bodyPr>
          <a:lstStyle/>
          <a:p>
            <a:pPr indent="0" lvl="0" marL="241300" marR="0" rtl="0" algn="l">
              <a:spcBef>
                <a:spcPts val="0"/>
              </a:spcBef>
              <a:spcAft>
                <a:spcPts val="0"/>
              </a:spcAft>
              <a:buNone/>
            </a:pPr>
            <a:r>
              <a:rPr b="1" lang="en" sz="1600">
                <a:solidFill>
                  <a:srgbClr val="FFFFFF"/>
                </a:solidFill>
                <a:latin typeface="Georgia"/>
                <a:ea typeface="Georgia"/>
                <a:cs typeface="Georgia"/>
                <a:sym typeface="Georgia"/>
              </a:rPr>
              <a:t>81</a:t>
            </a:r>
            <a:endParaRPr sz="1600">
              <a:solidFill>
                <a:schemeClr val="dk1"/>
              </a:solidFill>
              <a:latin typeface="Georgia"/>
              <a:ea typeface="Georgia"/>
              <a:cs typeface="Georgia"/>
              <a:sym typeface="Georgia"/>
            </a:endParaRPr>
          </a:p>
        </p:txBody>
      </p:sp>
      <p:sp>
        <p:nvSpPr>
          <p:cNvPr id="348" name="Google Shape;348;p51"/>
          <p:cNvSpPr/>
          <p:nvPr/>
        </p:nvSpPr>
        <p:spPr>
          <a:xfrm>
            <a:off x="5218883" y="2430043"/>
            <a:ext cx="716279" cy="1649095"/>
          </a:xfrm>
          <a:custGeom>
            <a:rect b="b" l="l" r="r" t="t"/>
            <a:pathLst>
              <a:path extrusionOk="0" h="1649095" w="716279">
                <a:moveTo>
                  <a:pt x="715962" y="0"/>
                </a:moveTo>
                <a:lnTo>
                  <a:pt x="0" y="0"/>
                </a:lnTo>
                <a:lnTo>
                  <a:pt x="0" y="1648726"/>
                </a:lnTo>
                <a:lnTo>
                  <a:pt x="715962" y="1648726"/>
                </a:lnTo>
                <a:lnTo>
                  <a:pt x="715962"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51"/>
          <p:cNvSpPr txBox="1"/>
          <p:nvPr/>
        </p:nvSpPr>
        <p:spPr>
          <a:xfrm>
            <a:off x="5218883" y="2430043"/>
            <a:ext cx="716100" cy="292500"/>
          </a:xfrm>
          <a:prstGeom prst="rect">
            <a:avLst/>
          </a:prstGeom>
          <a:solidFill>
            <a:srgbClr val="E2A8A5"/>
          </a:solidFill>
          <a:ln>
            <a:noFill/>
          </a:ln>
        </p:spPr>
        <p:txBody>
          <a:bodyPr anchorCtr="0" anchor="t" bIns="0" lIns="0" spcFirstLastPara="1" rIns="0" wrap="square" tIns="45725">
            <a:spAutoFit/>
          </a:bodyPr>
          <a:lstStyle/>
          <a:p>
            <a:pPr indent="0" lvl="0" marL="177800" marR="0" rtl="0" algn="l">
              <a:spcBef>
                <a:spcPts val="0"/>
              </a:spcBef>
              <a:spcAft>
                <a:spcPts val="0"/>
              </a:spcAft>
              <a:buNone/>
            </a:pPr>
            <a:r>
              <a:rPr b="1" lang="en" sz="1600">
                <a:solidFill>
                  <a:srgbClr val="FFFFFF"/>
                </a:solidFill>
                <a:latin typeface="Georgia"/>
                <a:ea typeface="Georgia"/>
                <a:cs typeface="Georgia"/>
                <a:sym typeface="Georgia"/>
              </a:rPr>
              <a:t>123</a:t>
            </a:r>
            <a:endParaRPr sz="1600">
              <a:solidFill>
                <a:schemeClr val="dk1"/>
              </a:solidFill>
              <a:latin typeface="Georgia"/>
              <a:ea typeface="Georgia"/>
              <a:cs typeface="Georgia"/>
              <a:sym typeface="Georgia"/>
            </a:endParaRPr>
          </a:p>
        </p:txBody>
      </p:sp>
      <p:sp>
        <p:nvSpPr>
          <p:cNvPr id="350" name="Google Shape;350;p51"/>
          <p:cNvSpPr/>
          <p:nvPr/>
        </p:nvSpPr>
        <p:spPr>
          <a:xfrm>
            <a:off x="6223729" y="2034348"/>
            <a:ext cx="716279" cy="2044700"/>
          </a:xfrm>
          <a:custGeom>
            <a:rect b="b" l="l" r="r" t="t"/>
            <a:pathLst>
              <a:path extrusionOk="0" h="2044700" w="716279">
                <a:moveTo>
                  <a:pt x="715962" y="0"/>
                </a:moveTo>
                <a:lnTo>
                  <a:pt x="0" y="0"/>
                </a:lnTo>
                <a:lnTo>
                  <a:pt x="0" y="2044420"/>
                </a:lnTo>
                <a:lnTo>
                  <a:pt x="715962" y="2044420"/>
                </a:lnTo>
                <a:lnTo>
                  <a:pt x="715962"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51"/>
          <p:cNvSpPr txBox="1"/>
          <p:nvPr/>
        </p:nvSpPr>
        <p:spPr>
          <a:xfrm>
            <a:off x="6223729" y="2034348"/>
            <a:ext cx="716100" cy="250200"/>
          </a:xfrm>
          <a:prstGeom prst="rect">
            <a:avLst/>
          </a:prstGeom>
          <a:solidFill>
            <a:srgbClr val="E2A8A5"/>
          </a:solidFill>
          <a:ln>
            <a:noFill/>
          </a:ln>
        </p:spPr>
        <p:txBody>
          <a:bodyPr anchorCtr="0" anchor="t" bIns="0" lIns="0" spcFirstLastPara="1" rIns="0" wrap="square" tIns="45725">
            <a:spAutoFit/>
          </a:bodyPr>
          <a:lstStyle/>
          <a:p>
            <a:pPr indent="0" lvl="0" marL="190500" marR="0" rtl="0" algn="l">
              <a:lnSpc>
                <a:spcPct val="82841"/>
              </a:lnSpc>
              <a:spcBef>
                <a:spcPts val="0"/>
              </a:spcBef>
              <a:spcAft>
                <a:spcPts val="0"/>
              </a:spcAft>
              <a:buNone/>
            </a:pPr>
            <a:r>
              <a:rPr b="1" lang="en" sz="1600">
                <a:solidFill>
                  <a:srgbClr val="FFFFFF"/>
                </a:solidFill>
                <a:latin typeface="Georgia"/>
                <a:ea typeface="Georgia"/>
                <a:cs typeface="Georgia"/>
                <a:sym typeface="Georgia"/>
              </a:rPr>
              <a:t>157</a:t>
            </a:r>
            <a:endParaRPr sz="1600">
              <a:solidFill>
                <a:schemeClr val="dk1"/>
              </a:solidFill>
              <a:latin typeface="Georgia"/>
              <a:ea typeface="Georgia"/>
              <a:cs typeface="Georgia"/>
              <a:sym typeface="Georgia"/>
            </a:endParaRPr>
          </a:p>
        </p:txBody>
      </p:sp>
      <p:sp>
        <p:nvSpPr>
          <p:cNvPr id="352" name="Google Shape;352;p51"/>
          <p:cNvSpPr/>
          <p:nvPr/>
        </p:nvSpPr>
        <p:spPr>
          <a:xfrm>
            <a:off x="7228573" y="1770553"/>
            <a:ext cx="716279" cy="2308225"/>
          </a:xfrm>
          <a:custGeom>
            <a:rect b="b" l="l" r="r" t="t"/>
            <a:pathLst>
              <a:path extrusionOk="0" h="2308225" w="716279">
                <a:moveTo>
                  <a:pt x="715962" y="0"/>
                </a:moveTo>
                <a:lnTo>
                  <a:pt x="0" y="0"/>
                </a:lnTo>
                <a:lnTo>
                  <a:pt x="0" y="2308216"/>
                </a:lnTo>
                <a:lnTo>
                  <a:pt x="715962" y="2308216"/>
                </a:lnTo>
                <a:lnTo>
                  <a:pt x="715962"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51"/>
          <p:cNvSpPr txBox="1"/>
          <p:nvPr/>
        </p:nvSpPr>
        <p:spPr>
          <a:xfrm>
            <a:off x="7228573" y="1770553"/>
            <a:ext cx="716100" cy="292500"/>
          </a:xfrm>
          <a:prstGeom prst="rect">
            <a:avLst/>
          </a:prstGeom>
          <a:solidFill>
            <a:srgbClr val="E2A8A5"/>
          </a:solidFill>
          <a:ln>
            <a:noFill/>
          </a:ln>
        </p:spPr>
        <p:txBody>
          <a:bodyPr anchorCtr="0" anchor="t" bIns="0" lIns="0" spcFirstLastPara="1" rIns="0" wrap="square" tIns="45725">
            <a:spAutoFit/>
          </a:bodyPr>
          <a:lstStyle/>
          <a:p>
            <a:pPr indent="0" lvl="0" marL="190500" marR="0" rtl="0" algn="l">
              <a:spcBef>
                <a:spcPts val="0"/>
              </a:spcBef>
              <a:spcAft>
                <a:spcPts val="0"/>
              </a:spcAft>
              <a:buNone/>
            </a:pPr>
            <a:r>
              <a:rPr b="1" lang="en" sz="1600">
                <a:solidFill>
                  <a:srgbClr val="FFFFFF"/>
                </a:solidFill>
                <a:latin typeface="Georgia"/>
                <a:ea typeface="Georgia"/>
                <a:cs typeface="Georgia"/>
                <a:sym typeface="Georgia"/>
              </a:rPr>
              <a:t>172</a:t>
            </a:r>
            <a:endParaRPr sz="1600">
              <a:solidFill>
                <a:schemeClr val="dk1"/>
              </a:solidFill>
              <a:latin typeface="Georgia"/>
              <a:ea typeface="Georgia"/>
              <a:cs typeface="Georgia"/>
              <a:sym typeface="Georgia"/>
            </a:endParaRPr>
          </a:p>
        </p:txBody>
      </p:sp>
      <p:sp>
        <p:nvSpPr>
          <p:cNvPr id="354" name="Google Shape;354;p51"/>
          <p:cNvSpPr txBox="1"/>
          <p:nvPr/>
        </p:nvSpPr>
        <p:spPr>
          <a:xfrm>
            <a:off x="3392366" y="4098544"/>
            <a:ext cx="3552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2012</a:t>
            </a:r>
            <a:endParaRPr sz="1200">
              <a:solidFill>
                <a:schemeClr val="dk1"/>
              </a:solidFill>
              <a:latin typeface="Georgia"/>
              <a:ea typeface="Georgia"/>
              <a:cs typeface="Georgia"/>
              <a:sym typeface="Georgia"/>
            </a:endParaRPr>
          </a:p>
        </p:txBody>
      </p:sp>
      <p:sp>
        <p:nvSpPr>
          <p:cNvPr id="355" name="Google Shape;355;p51"/>
          <p:cNvSpPr txBox="1"/>
          <p:nvPr/>
        </p:nvSpPr>
        <p:spPr>
          <a:xfrm>
            <a:off x="4397735" y="4098544"/>
            <a:ext cx="3537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2013</a:t>
            </a:r>
            <a:endParaRPr sz="1200">
              <a:solidFill>
                <a:schemeClr val="dk1"/>
              </a:solidFill>
              <a:latin typeface="Georgia"/>
              <a:ea typeface="Georgia"/>
              <a:cs typeface="Georgia"/>
              <a:sym typeface="Georgia"/>
            </a:endParaRPr>
          </a:p>
        </p:txBody>
      </p:sp>
      <p:sp>
        <p:nvSpPr>
          <p:cNvPr id="356" name="Google Shape;356;p51"/>
          <p:cNvSpPr txBox="1"/>
          <p:nvPr/>
        </p:nvSpPr>
        <p:spPr>
          <a:xfrm>
            <a:off x="5401575" y="4098544"/>
            <a:ext cx="3555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2014</a:t>
            </a:r>
            <a:endParaRPr sz="1200">
              <a:solidFill>
                <a:schemeClr val="dk1"/>
              </a:solidFill>
              <a:latin typeface="Georgia"/>
              <a:ea typeface="Georgia"/>
              <a:cs typeface="Georgia"/>
              <a:sym typeface="Georgia"/>
            </a:endParaRPr>
          </a:p>
        </p:txBody>
      </p:sp>
      <p:sp>
        <p:nvSpPr>
          <p:cNvPr id="357" name="Google Shape;357;p51"/>
          <p:cNvSpPr txBox="1"/>
          <p:nvPr/>
        </p:nvSpPr>
        <p:spPr>
          <a:xfrm>
            <a:off x="6409214" y="4098544"/>
            <a:ext cx="3498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2015</a:t>
            </a:r>
            <a:endParaRPr sz="1200">
              <a:solidFill>
                <a:schemeClr val="dk1"/>
              </a:solidFill>
              <a:latin typeface="Georgia"/>
              <a:ea typeface="Georgia"/>
              <a:cs typeface="Georgia"/>
              <a:sym typeface="Georgia"/>
            </a:endParaRPr>
          </a:p>
        </p:txBody>
      </p:sp>
      <p:sp>
        <p:nvSpPr>
          <p:cNvPr id="358" name="Google Shape;358;p51"/>
          <p:cNvSpPr txBox="1"/>
          <p:nvPr/>
        </p:nvSpPr>
        <p:spPr>
          <a:xfrm>
            <a:off x="7411191" y="4098544"/>
            <a:ext cx="3555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2016</a:t>
            </a:r>
            <a:endParaRPr sz="1200">
              <a:solidFill>
                <a:schemeClr val="dk1"/>
              </a:solidFill>
              <a:latin typeface="Georgia"/>
              <a:ea typeface="Georgia"/>
              <a:cs typeface="Georgia"/>
              <a:sym typeface="Georgia"/>
            </a:endParaRPr>
          </a:p>
        </p:txBody>
      </p:sp>
      <p:sp>
        <p:nvSpPr>
          <p:cNvPr id="359" name="Google Shape;359;p51"/>
          <p:cNvSpPr txBox="1"/>
          <p:nvPr>
            <p:ph type="title"/>
          </p:nvPr>
        </p:nvSpPr>
        <p:spPr>
          <a:xfrm>
            <a:off x="838200" y="767579"/>
            <a:ext cx="10515600" cy="567000"/>
          </a:xfrm>
          <a:prstGeom prst="rect">
            <a:avLst/>
          </a:prstGeom>
          <a:noFill/>
          <a:ln>
            <a:noFill/>
          </a:ln>
        </p:spPr>
        <p:txBody>
          <a:bodyPr anchorCtr="0" anchor="ctr" bIns="0" lIns="0" spcFirstLastPara="1" rIns="0" wrap="square" tIns="12700">
            <a:spAutoFit/>
          </a:bodyPr>
          <a:lstStyle/>
          <a:p>
            <a:pPr indent="0" lvl="0" marL="736600" rtl="0" algn="l">
              <a:lnSpc>
                <a:spcPct val="100000"/>
              </a:lnSpc>
              <a:spcBef>
                <a:spcPts val="0"/>
              </a:spcBef>
              <a:spcAft>
                <a:spcPts val="0"/>
              </a:spcAft>
              <a:buClr>
                <a:schemeClr val="dk1"/>
              </a:buClr>
              <a:buSzPts val="3300"/>
              <a:buFont typeface="Calibri"/>
              <a:buNone/>
            </a:pPr>
            <a:r>
              <a:rPr lang="en"/>
              <a:t>Participation and Performance</a:t>
            </a:r>
            <a:endParaRPr/>
          </a:p>
        </p:txBody>
      </p:sp>
      <p:sp>
        <p:nvSpPr>
          <p:cNvPr id="360" name="Google Shape;360;p51"/>
          <p:cNvSpPr/>
          <p:nvPr/>
        </p:nvSpPr>
        <p:spPr>
          <a:xfrm>
            <a:off x="1088257" y="4519514"/>
            <a:ext cx="368300" cy="368300"/>
          </a:xfrm>
          <a:custGeom>
            <a:rect b="b" l="l" r="r" t="t"/>
            <a:pathLst>
              <a:path extrusionOk="0" h="368300" w="368300">
                <a:moveTo>
                  <a:pt x="368300" y="0"/>
                </a:moveTo>
                <a:lnTo>
                  <a:pt x="0" y="0"/>
                </a:lnTo>
                <a:lnTo>
                  <a:pt x="0" y="368299"/>
                </a:lnTo>
                <a:lnTo>
                  <a:pt x="368300" y="368299"/>
                </a:lnTo>
                <a:lnTo>
                  <a:pt x="368300"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51"/>
          <p:cNvSpPr txBox="1"/>
          <p:nvPr/>
        </p:nvSpPr>
        <p:spPr>
          <a:xfrm>
            <a:off x="1378468" y="4098544"/>
            <a:ext cx="1359300" cy="88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2010	2011</a:t>
            </a:r>
            <a:endParaRPr sz="1200">
              <a:solidFill>
                <a:schemeClr val="dk1"/>
              </a:solidFill>
              <a:latin typeface="Georgia"/>
              <a:ea typeface="Georgia"/>
              <a:cs typeface="Georgia"/>
              <a:sym typeface="Georgia"/>
            </a:endParaRPr>
          </a:p>
          <a:p>
            <a:pPr indent="0" lvl="0" marL="0" marR="0" rtl="0" algn="l">
              <a:spcBef>
                <a:spcPts val="100"/>
              </a:spcBef>
              <a:spcAft>
                <a:spcPts val="0"/>
              </a:spcAft>
              <a:buNone/>
            </a:pPr>
            <a:r>
              <a:t/>
            </a:r>
            <a:endParaRPr sz="1400">
              <a:solidFill>
                <a:schemeClr val="dk1"/>
              </a:solidFill>
              <a:latin typeface="Georgia"/>
              <a:ea typeface="Georgia"/>
              <a:cs typeface="Georgia"/>
              <a:sym typeface="Georgia"/>
            </a:endParaRPr>
          </a:p>
          <a:p>
            <a:pPr indent="0" lvl="0" marL="165100" marR="190500" rtl="0" algn="l">
              <a:lnSpc>
                <a:spcPct val="114247"/>
              </a:lnSpc>
              <a:spcBef>
                <a:spcPts val="0"/>
              </a:spcBef>
              <a:spcAft>
                <a:spcPts val="0"/>
              </a:spcAft>
              <a:buNone/>
            </a:pPr>
            <a:r>
              <a:rPr b="1" lang="en" sz="1400">
                <a:solidFill>
                  <a:srgbClr val="262626"/>
                </a:solidFill>
                <a:latin typeface="Georgia"/>
                <a:ea typeface="Georgia"/>
                <a:cs typeface="Georgia"/>
                <a:sym typeface="Georgia"/>
              </a:rPr>
              <a:t>Number of Entries</a:t>
            </a:r>
            <a:endParaRPr sz="1400">
              <a:solidFill>
                <a:schemeClr val="dk1"/>
              </a:solidFill>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2"/>
          <p:cNvSpPr txBox="1"/>
          <p:nvPr/>
        </p:nvSpPr>
        <p:spPr>
          <a:xfrm>
            <a:off x="1435694" y="1833139"/>
            <a:ext cx="6323400" cy="2237400"/>
          </a:xfrm>
          <a:prstGeom prst="rect">
            <a:avLst/>
          </a:prstGeom>
          <a:noFill/>
          <a:ln>
            <a:noFill/>
          </a:ln>
        </p:spPr>
        <p:txBody>
          <a:bodyPr anchorCtr="0" anchor="t" bIns="0" lIns="0" spcFirstLastPara="1" rIns="0" wrap="square" tIns="0">
            <a:spAutoFit/>
          </a:bodyPr>
          <a:lstStyle/>
          <a:p>
            <a:pPr indent="0" lvl="0" marL="5981700" marR="0" rtl="0" algn="l">
              <a:lnSpc>
                <a:spcPct val="111579"/>
              </a:lnSpc>
              <a:spcBef>
                <a:spcPts val="0"/>
              </a:spcBef>
              <a:spcAft>
                <a:spcPts val="0"/>
              </a:spcAft>
              <a:buNone/>
            </a:pPr>
            <a:r>
              <a:rPr b="1" lang="en" sz="1600">
                <a:solidFill>
                  <a:srgbClr val="FFFFFF"/>
                </a:solidFill>
                <a:latin typeface="Georgia"/>
                <a:ea typeface="Georgia"/>
                <a:cs typeface="Georgia"/>
                <a:sym typeface="Georgia"/>
              </a:rPr>
              <a:t>172</a:t>
            </a:r>
            <a:endParaRPr sz="1600">
              <a:solidFill>
                <a:schemeClr val="dk1"/>
              </a:solidFill>
              <a:latin typeface="Georgia"/>
              <a:ea typeface="Georgia"/>
              <a:cs typeface="Georgia"/>
              <a:sym typeface="Georgia"/>
            </a:endParaRPr>
          </a:p>
          <a:p>
            <a:pPr indent="0" lvl="0" marL="4978400" marR="0" rtl="0" algn="l">
              <a:spcBef>
                <a:spcPts val="200"/>
              </a:spcBef>
              <a:spcAft>
                <a:spcPts val="0"/>
              </a:spcAft>
              <a:buNone/>
            </a:pPr>
            <a:r>
              <a:rPr b="1" lang="en" sz="1600">
                <a:solidFill>
                  <a:srgbClr val="FFFFFF"/>
                </a:solidFill>
                <a:latin typeface="Georgia"/>
                <a:ea typeface="Georgia"/>
                <a:cs typeface="Georgia"/>
                <a:sym typeface="Georgia"/>
              </a:rPr>
              <a:t>157</a:t>
            </a:r>
            <a:endParaRPr sz="1600">
              <a:solidFill>
                <a:schemeClr val="dk1"/>
              </a:solidFill>
              <a:latin typeface="Georgia"/>
              <a:ea typeface="Georgia"/>
              <a:cs typeface="Georgia"/>
              <a:sym typeface="Georgia"/>
            </a:endParaRPr>
          </a:p>
          <a:p>
            <a:pPr indent="0" lvl="0" marL="3962400" marR="0" rtl="0" algn="l">
              <a:spcBef>
                <a:spcPts val="1200"/>
              </a:spcBef>
              <a:spcAft>
                <a:spcPts val="0"/>
              </a:spcAft>
              <a:buNone/>
            </a:pPr>
            <a:r>
              <a:rPr b="1" lang="en" sz="1600">
                <a:solidFill>
                  <a:srgbClr val="FFFFFF"/>
                </a:solidFill>
                <a:latin typeface="Georgia"/>
                <a:ea typeface="Georgia"/>
                <a:cs typeface="Georgia"/>
                <a:sym typeface="Georgia"/>
              </a:rPr>
              <a:t>123</a:t>
            </a:r>
            <a:endParaRPr sz="1600">
              <a:solidFill>
                <a:schemeClr val="dk1"/>
              </a:solidFill>
              <a:latin typeface="Georgia"/>
              <a:ea typeface="Georgia"/>
              <a:cs typeface="Georgia"/>
              <a:sym typeface="Georgia"/>
            </a:endParaRPr>
          </a:p>
          <a:p>
            <a:pPr indent="0" lvl="0" marL="0" marR="38100" rtl="0" algn="ctr">
              <a:spcBef>
                <a:spcPts val="1500"/>
              </a:spcBef>
              <a:spcAft>
                <a:spcPts val="0"/>
              </a:spcAft>
              <a:buNone/>
            </a:pPr>
            <a:r>
              <a:rPr b="1" lang="en" sz="1600">
                <a:solidFill>
                  <a:srgbClr val="FFFFFF"/>
                </a:solidFill>
                <a:latin typeface="Georgia"/>
                <a:ea typeface="Georgia"/>
                <a:cs typeface="Georgia"/>
                <a:sym typeface="Georgia"/>
              </a:rPr>
              <a:t>81</a:t>
            </a:r>
            <a:endParaRPr sz="16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t/>
            </a:r>
            <a:endParaRPr sz="1800">
              <a:solidFill>
                <a:schemeClr val="dk1"/>
              </a:solidFill>
              <a:latin typeface="Georgia"/>
              <a:ea typeface="Georgia"/>
              <a:cs typeface="Georgia"/>
              <a:sym typeface="Georgia"/>
            </a:endParaRPr>
          </a:p>
          <a:p>
            <a:pPr indent="0" lvl="0" marL="0" marR="0" rtl="0" algn="l">
              <a:spcBef>
                <a:spcPts val="1600"/>
              </a:spcBef>
              <a:spcAft>
                <a:spcPts val="0"/>
              </a:spcAft>
              <a:buNone/>
            </a:pPr>
            <a:r>
              <a:rPr b="1" lang="en" sz="1600">
                <a:solidFill>
                  <a:srgbClr val="FFFFFF"/>
                </a:solidFill>
                <a:latin typeface="Georgia"/>
                <a:ea typeface="Georgia"/>
                <a:cs typeface="Georgia"/>
                <a:sym typeface="Georgia"/>
              </a:rPr>
              <a:t>35	</a:t>
            </a:r>
            <a:r>
              <a:rPr b="1" baseline="-25000" lang="en" sz="2400">
                <a:solidFill>
                  <a:srgbClr val="FFFFFF"/>
                </a:solidFill>
                <a:latin typeface="Georgia"/>
                <a:ea typeface="Georgia"/>
                <a:cs typeface="Georgia"/>
                <a:sym typeface="Georgia"/>
              </a:rPr>
              <a:t>29</a:t>
            </a:r>
            <a:endParaRPr baseline="-25000" sz="2400">
              <a:solidFill>
                <a:schemeClr val="dk1"/>
              </a:solidFill>
              <a:latin typeface="Georgia"/>
              <a:ea typeface="Georgia"/>
              <a:cs typeface="Georgia"/>
              <a:sym typeface="Georgia"/>
            </a:endParaRPr>
          </a:p>
        </p:txBody>
      </p:sp>
      <p:grpSp>
        <p:nvGrpSpPr>
          <p:cNvPr id="367" name="Google Shape;367;p52"/>
          <p:cNvGrpSpPr/>
          <p:nvPr/>
        </p:nvGrpSpPr>
        <p:grpSpPr>
          <a:xfrm>
            <a:off x="735574" y="1299356"/>
            <a:ext cx="7673340" cy="2780011"/>
            <a:chOff x="735573" y="1299356"/>
            <a:chExt cx="7673340" cy="2780011"/>
          </a:xfrm>
        </p:grpSpPr>
        <p:pic>
          <p:nvPicPr>
            <p:cNvPr id="368" name="Google Shape;368;p52"/>
            <p:cNvPicPr preferRelativeResize="0"/>
            <p:nvPr/>
          </p:nvPicPr>
          <p:blipFill rotWithShape="1">
            <a:blip r:embed="rId3">
              <a:alphaModFix/>
            </a:blip>
            <a:srcRect b="0" l="0" r="0" t="0"/>
            <a:stretch/>
          </p:blipFill>
          <p:spPr>
            <a:xfrm>
              <a:off x="735573" y="1299356"/>
              <a:ext cx="7672851" cy="2777472"/>
            </a:xfrm>
            <a:prstGeom prst="rect">
              <a:avLst/>
            </a:prstGeom>
            <a:noFill/>
            <a:ln>
              <a:noFill/>
            </a:ln>
          </p:spPr>
        </p:pic>
        <p:sp>
          <p:nvSpPr>
            <p:cNvPr id="369" name="Google Shape;369;p52"/>
            <p:cNvSpPr/>
            <p:nvPr/>
          </p:nvSpPr>
          <p:spPr>
            <a:xfrm>
              <a:off x="735573" y="4076828"/>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52"/>
            <p:cNvSpPr/>
            <p:nvPr/>
          </p:nvSpPr>
          <p:spPr>
            <a:xfrm>
              <a:off x="735573" y="3469352"/>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52"/>
            <p:cNvSpPr/>
            <p:nvPr/>
          </p:nvSpPr>
          <p:spPr>
            <a:xfrm>
              <a:off x="735573" y="2861877"/>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52"/>
            <p:cNvSpPr/>
            <p:nvPr/>
          </p:nvSpPr>
          <p:spPr>
            <a:xfrm>
              <a:off x="735573" y="2254403"/>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52"/>
            <p:cNvSpPr/>
            <p:nvPr/>
          </p:nvSpPr>
          <p:spPr>
            <a:xfrm>
              <a:off x="735573" y="1646927"/>
              <a:ext cx="7673340" cy="2539"/>
            </a:xfrm>
            <a:custGeom>
              <a:rect b="b" l="l" r="r" t="t"/>
              <a:pathLst>
                <a:path extrusionOk="0" h="2539" w="7673340">
                  <a:moveTo>
                    <a:pt x="0" y="0"/>
                  </a:moveTo>
                  <a:lnTo>
                    <a:pt x="7672850" y="1940"/>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52"/>
            <p:cNvSpPr/>
            <p:nvPr/>
          </p:nvSpPr>
          <p:spPr>
            <a:xfrm>
              <a:off x="1199489" y="1770557"/>
              <a:ext cx="6745605" cy="2308225"/>
            </a:xfrm>
            <a:custGeom>
              <a:rect b="b" l="l" r="r" t="t"/>
              <a:pathLst>
                <a:path extrusionOk="0" h="2308225" w="6745605">
                  <a:moveTo>
                    <a:pt x="715962" y="1793811"/>
                  </a:moveTo>
                  <a:lnTo>
                    <a:pt x="0" y="1793811"/>
                  </a:lnTo>
                  <a:lnTo>
                    <a:pt x="0" y="2308212"/>
                  </a:lnTo>
                  <a:lnTo>
                    <a:pt x="715962" y="2308212"/>
                  </a:lnTo>
                  <a:lnTo>
                    <a:pt x="715962" y="1793811"/>
                  </a:lnTo>
                  <a:close/>
                </a:path>
                <a:path extrusionOk="0" h="2308225" w="6745605">
                  <a:moveTo>
                    <a:pt x="1725917" y="2090585"/>
                  </a:moveTo>
                  <a:lnTo>
                    <a:pt x="1009954" y="2090585"/>
                  </a:lnTo>
                  <a:lnTo>
                    <a:pt x="1009954" y="2308212"/>
                  </a:lnTo>
                  <a:lnTo>
                    <a:pt x="1725917" y="2308212"/>
                  </a:lnTo>
                  <a:lnTo>
                    <a:pt x="1725917" y="2090585"/>
                  </a:lnTo>
                  <a:close/>
                </a:path>
                <a:path extrusionOk="0" h="2308225" w="6745605">
                  <a:moveTo>
                    <a:pt x="2725661" y="1879549"/>
                  </a:moveTo>
                  <a:lnTo>
                    <a:pt x="2009698" y="1879549"/>
                  </a:lnTo>
                  <a:lnTo>
                    <a:pt x="2009698" y="2308212"/>
                  </a:lnTo>
                  <a:lnTo>
                    <a:pt x="2725661" y="2308212"/>
                  </a:lnTo>
                  <a:lnTo>
                    <a:pt x="2725661" y="1879549"/>
                  </a:lnTo>
                  <a:close/>
                </a:path>
                <a:path extrusionOk="0" h="2308225" w="6745605">
                  <a:moveTo>
                    <a:pt x="3730498" y="1091323"/>
                  </a:moveTo>
                  <a:lnTo>
                    <a:pt x="3014535" y="1091323"/>
                  </a:lnTo>
                  <a:lnTo>
                    <a:pt x="3014535" y="2308212"/>
                  </a:lnTo>
                  <a:lnTo>
                    <a:pt x="3730498" y="2308212"/>
                  </a:lnTo>
                  <a:lnTo>
                    <a:pt x="3730498" y="1091323"/>
                  </a:lnTo>
                  <a:close/>
                </a:path>
                <a:path extrusionOk="0" h="2308225" w="6745605">
                  <a:moveTo>
                    <a:pt x="4735347" y="659485"/>
                  </a:moveTo>
                  <a:lnTo>
                    <a:pt x="4019385" y="659485"/>
                  </a:lnTo>
                  <a:lnTo>
                    <a:pt x="4019385" y="2308212"/>
                  </a:lnTo>
                  <a:lnTo>
                    <a:pt x="4735347" y="2308212"/>
                  </a:lnTo>
                  <a:lnTo>
                    <a:pt x="4735347" y="659485"/>
                  </a:lnTo>
                  <a:close/>
                </a:path>
                <a:path extrusionOk="0" h="2308225" w="6745605">
                  <a:moveTo>
                    <a:pt x="5740197" y="263791"/>
                  </a:moveTo>
                  <a:lnTo>
                    <a:pt x="5024234" y="263791"/>
                  </a:lnTo>
                  <a:lnTo>
                    <a:pt x="5024234" y="2308212"/>
                  </a:lnTo>
                  <a:lnTo>
                    <a:pt x="5740197" y="2308212"/>
                  </a:lnTo>
                  <a:lnTo>
                    <a:pt x="5740197" y="263791"/>
                  </a:lnTo>
                  <a:close/>
                </a:path>
                <a:path extrusionOk="0" h="2308225" w="6745605">
                  <a:moveTo>
                    <a:pt x="6745046" y="0"/>
                  </a:moveTo>
                  <a:lnTo>
                    <a:pt x="6029083" y="0"/>
                  </a:lnTo>
                  <a:lnTo>
                    <a:pt x="6029083" y="2308212"/>
                  </a:lnTo>
                  <a:lnTo>
                    <a:pt x="6745046" y="2308212"/>
                  </a:lnTo>
                  <a:lnTo>
                    <a:pt x="6745046"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5" name="Google Shape;375;p52"/>
          <p:cNvSpPr txBox="1"/>
          <p:nvPr/>
        </p:nvSpPr>
        <p:spPr>
          <a:xfrm>
            <a:off x="3392366" y="4098544"/>
            <a:ext cx="3552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2012</a:t>
            </a:r>
            <a:endParaRPr sz="1200">
              <a:solidFill>
                <a:schemeClr val="dk1"/>
              </a:solidFill>
              <a:latin typeface="Georgia"/>
              <a:ea typeface="Georgia"/>
              <a:cs typeface="Georgia"/>
              <a:sym typeface="Georgia"/>
            </a:endParaRPr>
          </a:p>
        </p:txBody>
      </p:sp>
      <p:sp>
        <p:nvSpPr>
          <p:cNvPr id="376" name="Google Shape;376;p52"/>
          <p:cNvSpPr txBox="1"/>
          <p:nvPr/>
        </p:nvSpPr>
        <p:spPr>
          <a:xfrm>
            <a:off x="4397735" y="4098544"/>
            <a:ext cx="3537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2013</a:t>
            </a:r>
            <a:endParaRPr sz="1200">
              <a:solidFill>
                <a:schemeClr val="dk1"/>
              </a:solidFill>
              <a:latin typeface="Georgia"/>
              <a:ea typeface="Georgia"/>
              <a:cs typeface="Georgia"/>
              <a:sym typeface="Georgia"/>
            </a:endParaRPr>
          </a:p>
        </p:txBody>
      </p:sp>
      <p:sp>
        <p:nvSpPr>
          <p:cNvPr id="377" name="Google Shape;377;p52"/>
          <p:cNvSpPr txBox="1"/>
          <p:nvPr/>
        </p:nvSpPr>
        <p:spPr>
          <a:xfrm>
            <a:off x="5401575" y="4098544"/>
            <a:ext cx="3555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2014</a:t>
            </a:r>
            <a:endParaRPr sz="1200">
              <a:solidFill>
                <a:schemeClr val="dk1"/>
              </a:solidFill>
              <a:latin typeface="Georgia"/>
              <a:ea typeface="Georgia"/>
              <a:cs typeface="Georgia"/>
              <a:sym typeface="Georgia"/>
            </a:endParaRPr>
          </a:p>
        </p:txBody>
      </p:sp>
      <p:sp>
        <p:nvSpPr>
          <p:cNvPr id="378" name="Google Shape;378;p52"/>
          <p:cNvSpPr txBox="1"/>
          <p:nvPr/>
        </p:nvSpPr>
        <p:spPr>
          <a:xfrm>
            <a:off x="6409214" y="4098544"/>
            <a:ext cx="3498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2015</a:t>
            </a:r>
            <a:endParaRPr sz="1200">
              <a:solidFill>
                <a:schemeClr val="dk1"/>
              </a:solidFill>
              <a:latin typeface="Georgia"/>
              <a:ea typeface="Georgia"/>
              <a:cs typeface="Georgia"/>
              <a:sym typeface="Georgia"/>
            </a:endParaRPr>
          </a:p>
        </p:txBody>
      </p:sp>
      <p:sp>
        <p:nvSpPr>
          <p:cNvPr id="379" name="Google Shape;379;p52"/>
          <p:cNvSpPr txBox="1"/>
          <p:nvPr/>
        </p:nvSpPr>
        <p:spPr>
          <a:xfrm>
            <a:off x="7411191" y="4098544"/>
            <a:ext cx="3555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2016</a:t>
            </a:r>
            <a:endParaRPr sz="1200">
              <a:solidFill>
                <a:schemeClr val="dk1"/>
              </a:solidFill>
              <a:latin typeface="Georgia"/>
              <a:ea typeface="Georgia"/>
              <a:cs typeface="Georgia"/>
              <a:sym typeface="Georgia"/>
            </a:endParaRPr>
          </a:p>
        </p:txBody>
      </p:sp>
      <p:sp>
        <p:nvSpPr>
          <p:cNvPr id="380" name="Google Shape;380;p52"/>
          <p:cNvSpPr txBox="1"/>
          <p:nvPr>
            <p:ph type="title"/>
          </p:nvPr>
        </p:nvSpPr>
        <p:spPr>
          <a:xfrm>
            <a:off x="838200" y="767579"/>
            <a:ext cx="10515600" cy="567000"/>
          </a:xfrm>
          <a:prstGeom prst="rect">
            <a:avLst/>
          </a:prstGeom>
          <a:noFill/>
          <a:ln>
            <a:noFill/>
          </a:ln>
        </p:spPr>
        <p:txBody>
          <a:bodyPr anchorCtr="0" anchor="ctr" bIns="0" lIns="0" spcFirstLastPara="1" rIns="0" wrap="square" tIns="12700">
            <a:spAutoFit/>
          </a:bodyPr>
          <a:lstStyle/>
          <a:p>
            <a:pPr indent="0" lvl="0" marL="736600" rtl="0" algn="l">
              <a:lnSpc>
                <a:spcPct val="100000"/>
              </a:lnSpc>
              <a:spcBef>
                <a:spcPts val="0"/>
              </a:spcBef>
              <a:spcAft>
                <a:spcPts val="0"/>
              </a:spcAft>
              <a:buClr>
                <a:schemeClr val="dk1"/>
              </a:buClr>
              <a:buSzPts val="3300"/>
              <a:buFont typeface="Calibri"/>
              <a:buNone/>
            </a:pPr>
            <a:r>
              <a:rPr lang="en"/>
              <a:t>Participation and Performance</a:t>
            </a:r>
            <a:endParaRPr/>
          </a:p>
        </p:txBody>
      </p:sp>
      <p:sp>
        <p:nvSpPr>
          <p:cNvPr id="381" name="Google Shape;381;p52"/>
          <p:cNvSpPr/>
          <p:nvPr/>
        </p:nvSpPr>
        <p:spPr>
          <a:xfrm>
            <a:off x="1088257" y="4519514"/>
            <a:ext cx="368300" cy="368300"/>
          </a:xfrm>
          <a:custGeom>
            <a:rect b="b" l="l" r="r" t="t"/>
            <a:pathLst>
              <a:path extrusionOk="0" h="368300" w="368300">
                <a:moveTo>
                  <a:pt x="368300" y="0"/>
                </a:moveTo>
                <a:lnTo>
                  <a:pt x="0" y="0"/>
                </a:lnTo>
                <a:lnTo>
                  <a:pt x="0" y="368299"/>
                </a:lnTo>
                <a:lnTo>
                  <a:pt x="368300" y="368299"/>
                </a:lnTo>
                <a:lnTo>
                  <a:pt x="368300"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52"/>
          <p:cNvSpPr txBox="1"/>
          <p:nvPr/>
        </p:nvSpPr>
        <p:spPr>
          <a:xfrm>
            <a:off x="1378468" y="4098544"/>
            <a:ext cx="1359300" cy="88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2010	2011</a:t>
            </a:r>
            <a:endParaRPr sz="1200">
              <a:solidFill>
                <a:schemeClr val="dk1"/>
              </a:solidFill>
              <a:latin typeface="Georgia"/>
              <a:ea typeface="Georgia"/>
              <a:cs typeface="Georgia"/>
              <a:sym typeface="Georgia"/>
            </a:endParaRPr>
          </a:p>
          <a:p>
            <a:pPr indent="0" lvl="0" marL="0" marR="0" rtl="0" algn="l">
              <a:spcBef>
                <a:spcPts val="100"/>
              </a:spcBef>
              <a:spcAft>
                <a:spcPts val="0"/>
              </a:spcAft>
              <a:buNone/>
            </a:pPr>
            <a:r>
              <a:t/>
            </a:r>
            <a:endParaRPr sz="1400">
              <a:solidFill>
                <a:schemeClr val="dk1"/>
              </a:solidFill>
              <a:latin typeface="Georgia"/>
              <a:ea typeface="Georgia"/>
              <a:cs typeface="Georgia"/>
              <a:sym typeface="Georgia"/>
            </a:endParaRPr>
          </a:p>
          <a:p>
            <a:pPr indent="0" lvl="0" marL="165100" marR="190500" rtl="0" algn="l">
              <a:lnSpc>
                <a:spcPct val="114247"/>
              </a:lnSpc>
              <a:spcBef>
                <a:spcPts val="0"/>
              </a:spcBef>
              <a:spcAft>
                <a:spcPts val="0"/>
              </a:spcAft>
              <a:buNone/>
            </a:pPr>
            <a:r>
              <a:rPr b="1" lang="en" sz="1400">
                <a:solidFill>
                  <a:srgbClr val="262626"/>
                </a:solidFill>
                <a:latin typeface="Georgia"/>
                <a:ea typeface="Georgia"/>
                <a:cs typeface="Georgia"/>
                <a:sym typeface="Georgia"/>
              </a:rPr>
              <a:t>Number of Entries</a:t>
            </a:r>
            <a:endParaRPr sz="1400">
              <a:solidFill>
                <a:schemeClr val="dk1"/>
              </a:solidFill>
              <a:latin typeface="Georgia"/>
              <a:ea typeface="Georgia"/>
              <a:cs typeface="Georgia"/>
              <a:sym typeface="Georgia"/>
            </a:endParaRPr>
          </a:p>
        </p:txBody>
      </p:sp>
      <p:sp>
        <p:nvSpPr>
          <p:cNvPr id="383" name="Google Shape;383;p52"/>
          <p:cNvSpPr/>
          <p:nvPr/>
        </p:nvSpPr>
        <p:spPr>
          <a:xfrm>
            <a:off x="3523850" y="4519514"/>
            <a:ext cx="368300" cy="368300"/>
          </a:xfrm>
          <a:custGeom>
            <a:rect b="b" l="l" r="r" t="t"/>
            <a:pathLst>
              <a:path extrusionOk="0" h="368300" w="368300">
                <a:moveTo>
                  <a:pt x="368300" y="0"/>
                </a:moveTo>
                <a:lnTo>
                  <a:pt x="0" y="0"/>
                </a:lnTo>
                <a:lnTo>
                  <a:pt x="0" y="368299"/>
                </a:lnTo>
                <a:lnTo>
                  <a:pt x="368300" y="368299"/>
                </a:lnTo>
                <a:lnTo>
                  <a:pt x="368300" y="0"/>
                </a:lnTo>
                <a:close/>
              </a:path>
            </a:pathLst>
          </a:custGeom>
          <a:solidFill>
            <a:srgbClr val="6095C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52"/>
          <p:cNvSpPr txBox="1"/>
          <p:nvPr/>
        </p:nvSpPr>
        <p:spPr>
          <a:xfrm>
            <a:off x="3970889" y="4475074"/>
            <a:ext cx="1314600" cy="489900"/>
          </a:xfrm>
          <a:prstGeom prst="rect">
            <a:avLst/>
          </a:prstGeom>
          <a:noFill/>
          <a:ln>
            <a:noFill/>
          </a:ln>
        </p:spPr>
        <p:txBody>
          <a:bodyPr anchorCtr="0" anchor="t" bIns="0" lIns="0" spcFirstLastPara="1" rIns="0" wrap="square" tIns="27950">
            <a:spAutoFit/>
          </a:bodyPr>
          <a:lstStyle/>
          <a:p>
            <a:pPr indent="0" lvl="0" marL="12700" marR="0" rtl="0" algn="l">
              <a:lnSpc>
                <a:spcPct val="114247"/>
              </a:lnSpc>
              <a:spcBef>
                <a:spcPts val="0"/>
              </a:spcBef>
              <a:spcAft>
                <a:spcPts val="0"/>
              </a:spcAft>
              <a:buNone/>
            </a:pPr>
            <a:r>
              <a:rPr b="1" lang="en" sz="1400">
                <a:solidFill>
                  <a:srgbClr val="262626"/>
                </a:solidFill>
                <a:latin typeface="Georgia"/>
                <a:ea typeface="Georgia"/>
                <a:cs typeface="Georgia"/>
                <a:sym typeface="Georgia"/>
              </a:rPr>
              <a:t>Classification Errors (top-5)</a:t>
            </a:r>
            <a:endParaRPr sz="1400">
              <a:solidFill>
                <a:schemeClr val="dk1"/>
              </a:solidFill>
              <a:latin typeface="Georgia"/>
              <a:ea typeface="Georgia"/>
              <a:cs typeface="Georgia"/>
              <a:sym typeface="Georgia"/>
            </a:endParaRPr>
          </a:p>
        </p:txBody>
      </p:sp>
      <p:sp>
        <p:nvSpPr>
          <p:cNvPr id="385" name="Google Shape;385;p52"/>
          <p:cNvSpPr/>
          <p:nvPr/>
        </p:nvSpPr>
        <p:spPr>
          <a:xfrm>
            <a:off x="735573" y="1288051"/>
            <a:ext cx="7673340" cy="2777490"/>
          </a:xfrm>
          <a:custGeom>
            <a:rect b="b" l="l" r="r" t="t"/>
            <a:pathLst>
              <a:path extrusionOk="0" h="2777490" w="7673340">
                <a:moveTo>
                  <a:pt x="7672851" y="0"/>
                </a:moveTo>
                <a:lnTo>
                  <a:pt x="0" y="0"/>
                </a:lnTo>
                <a:lnTo>
                  <a:pt x="0" y="2777472"/>
                </a:lnTo>
                <a:lnTo>
                  <a:pt x="7672851" y="2777472"/>
                </a:lnTo>
                <a:lnTo>
                  <a:pt x="7672851" y="0"/>
                </a:lnTo>
                <a:close/>
              </a:path>
            </a:pathLst>
          </a:custGeom>
          <a:solidFill>
            <a:srgbClr val="FFFFFF">
              <a:alpha val="5019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52"/>
          <p:cNvSpPr txBox="1"/>
          <p:nvPr/>
        </p:nvSpPr>
        <p:spPr>
          <a:xfrm>
            <a:off x="1187375" y="1279535"/>
            <a:ext cx="722100" cy="323100"/>
          </a:xfrm>
          <a:prstGeom prst="rect">
            <a:avLst/>
          </a:prstGeom>
          <a:solidFill>
            <a:srgbClr val="6095C9"/>
          </a:solidFill>
          <a:ln>
            <a:noFill/>
          </a:ln>
        </p:spPr>
        <p:txBody>
          <a:bodyPr anchorCtr="0" anchor="t" bIns="0" lIns="0" spcFirstLastPara="1" rIns="0" wrap="square" tIns="45725">
            <a:spAutoFit/>
          </a:bodyPr>
          <a:lstStyle/>
          <a:p>
            <a:pPr indent="0" lvl="0" marL="76200" marR="0" rtl="0" algn="l">
              <a:spcBef>
                <a:spcPts val="0"/>
              </a:spcBef>
              <a:spcAft>
                <a:spcPts val="0"/>
              </a:spcAft>
              <a:buNone/>
            </a:pPr>
            <a:r>
              <a:rPr b="1" i="1" lang="en" sz="1800">
                <a:solidFill>
                  <a:srgbClr val="FFFFFF"/>
                </a:solidFill>
                <a:latin typeface="Georgia"/>
                <a:ea typeface="Georgia"/>
                <a:cs typeface="Georgia"/>
                <a:sym typeface="Georgia"/>
              </a:rPr>
              <a:t>0.28</a:t>
            </a:r>
            <a:endParaRPr sz="1800">
              <a:solidFill>
                <a:schemeClr val="dk1"/>
              </a:solidFill>
              <a:latin typeface="Georgia"/>
              <a:ea typeface="Georgia"/>
              <a:cs typeface="Georgia"/>
              <a:sym typeface="Georgia"/>
            </a:endParaRPr>
          </a:p>
        </p:txBody>
      </p:sp>
      <p:sp>
        <p:nvSpPr>
          <p:cNvPr id="387" name="Google Shape;387;p52"/>
          <p:cNvSpPr/>
          <p:nvPr/>
        </p:nvSpPr>
        <p:spPr>
          <a:xfrm>
            <a:off x="7216451" y="3296887"/>
            <a:ext cx="728345" cy="369570"/>
          </a:xfrm>
          <a:custGeom>
            <a:rect b="b" l="l" r="r" t="t"/>
            <a:pathLst>
              <a:path extrusionOk="0" h="369570" w="728345">
                <a:moveTo>
                  <a:pt x="728084" y="0"/>
                </a:moveTo>
                <a:lnTo>
                  <a:pt x="0" y="0"/>
                </a:lnTo>
                <a:lnTo>
                  <a:pt x="0" y="369331"/>
                </a:lnTo>
                <a:lnTo>
                  <a:pt x="728084" y="369331"/>
                </a:lnTo>
                <a:lnTo>
                  <a:pt x="728084" y="0"/>
                </a:lnTo>
                <a:close/>
              </a:path>
            </a:pathLst>
          </a:custGeom>
          <a:solidFill>
            <a:srgbClr val="6095C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52"/>
          <p:cNvSpPr txBox="1"/>
          <p:nvPr/>
        </p:nvSpPr>
        <p:spPr>
          <a:xfrm>
            <a:off x="7228573" y="3477643"/>
            <a:ext cx="716100" cy="168600"/>
          </a:xfrm>
          <a:prstGeom prst="rect">
            <a:avLst/>
          </a:prstGeom>
          <a:solidFill>
            <a:srgbClr val="6095C9"/>
          </a:solidFill>
          <a:ln>
            <a:noFill/>
          </a:ln>
        </p:spPr>
        <p:txBody>
          <a:bodyPr anchorCtr="0" anchor="t" bIns="0" lIns="0" spcFirstLastPara="1" rIns="0" wrap="square" tIns="0">
            <a:spAutoFit/>
          </a:bodyPr>
          <a:lstStyle/>
          <a:p>
            <a:pPr indent="0" lvl="0" marL="63500" marR="0" rtl="0" algn="l">
              <a:lnSpc>
                <a:spcPct val="60833"/>
              </a:lnSpc>
              <a:spcBef>
                <a:spcPts val="0"/>
              </a:spcBef>
              <a:spcAft>
                <a:spcPts val="0"/>
              </a:spcAft>
              <a:buNone/>
            </a:pPr>
            <a:r>
              <a:rPr b="1" i="1" lang="en" sz="1800">
                <a:solidFill>
                  <a:srgbClr val="FFFFFF"/>
                </a:solidFill>
                <a:latin typeface="Georgia"/>
                <a:ea typeface="Georgia"/>
                <a:cs typeface="Georgia"/>
                <a:sym typeface="Georgia"/>
              </a:rPr>
              <a:t>0.03</a:t>
            </a:r>
            <a:endParaRPr sz="1800">
              <a:solidFill>
                <a:schemeClr val="dk1"/>
              </a:solidFill>
              <a:latin typeface="Georgia"/>
              <a:ea typeface="Georgia"/>
              <a:cs typeface="Georgia"/>
              <a:sym typeface="Georgia"/>
            </a:endParaRPr>
          </a:p>
        </p:txBody>
      </p:sp>
      <p:grpSp>
        <p:nvGrpSpPr>
          <p:cNvPr id="389" name="Google Shape;389;p52"/>
          <p:cNvGrpSpPr/>
          <p:nvPr/>
        </p:nvGrpSpPr>
        <p:grpSpPr>
          <a:xfrm>
            <a:off x="1468252" y="1731683"/>
            <a:ext cx="6194706" cy="2212268"/>
            <a:chOff x="1468252" y="1731683"/>
            <a:chExt cx="6194706" cy="2212268"/>
          </a:xfrm>
        </p:grpSpPr>
        <p:pic>
          <p:nvPicPr>
            <p:cNvPr id="390" name="Google Shape;390;p52"/>
            <p:cNvPicPr preferRelativeResize="0"/>
            <p:nvPr/>
          </p:nvPicPr>
          <p:blipFill rotWithShape="1">
            <a:blip r:embed="rId4">
              <a:alphaModFix/>
            </a:blip>
            <a:srcRect b="0" l="0" r="0" t="0"/>
            <a:stretch/>
          </p:blipFill>
          <p:spPr>
            <a:xfrm>
              <a:off x="1468252" y="1731683"/>
              <a:ext cx="165629" cy="165629"/>
            </a:xfrm>
            <a:prstGeom prst="rect">
              <a:avLst/>
            </a:prstGeom>
            <a:noFill/>
            <a:ln>
              <a:noFill/>
            </a:ln>
          </p:spPr>
        </p:pic>
        <p:pic>
          <p:nvPicPr>
            <p:cNvPr id="391" name="Google Shape;391;p52"/>
            <p:cNvPicPr preferRelativeResize="0"/>
            <p:nvPr/>
          </p:nvPicPr>
          <p:blipFill rotWithShape="1">
            <a:blip r:embed="rId5">
              <a:alphaModFix/>
            </a:blip>
            <a:srcRect b="0" l="0" r="0" t="0"/>
            <a:stretch/>
          </p:blipFill>
          <p:spPr>
            <a:xfrm>
              <a:off x="2478208" y="1951532"/>
              <a:ext cx="165630" cy="165630"/>
            </a:xfrm>
            <a:prstGeom prst="rect">
              <a:avLst/>
            </a:prstGeom>
            <a:noFill/>
            <a:ln>
              <a:noFill/>
            </a:ln>
          </p:spPr>
        </p:pic>
        <p:pic>
          <p:nvPicPr>
            <p:cNvPr id="392" name="Google Shape;392;p52"/>
            <p:cNvPicPr preferRelativeResize="0"/>
            <p:nvPr/>
          </p:nvPicPr>
          <p:blipFill rotWithShape="1">
            <a:blip r:embed="rId4">
              <a:alphaModFix/>
            </a:blip>
            <a:srcRect b="0" l="0" r="0" t="0"/>
            <a:stretch/>
          </p:blipFill>
          <p:spPr>
            <a:xfrm>
              <a:off x="3477945" y="2779062"/>
              <a:ext cx="165629" cy="165630"/>
            </a:xfrm>
            <a:prstGeom prst="rect">
              <a:avLst/>
            </a:prstGeom>
            <a:noFill/>
            <a:ln>
              <a:noFill/>
            </a:ln>
          </p:spPr>
        </p:pic>
        <p:pic>
          <p:nvPicPr>
            <p:cNvPr id="393" name="Google Shape;393;p52"/>
            <p:cNvPicPr preferRelativeResize="0"/>
            <p:nvPr/>
          </p:nvPicPr>
          <p:blipFill rotWithShape="1">
            <a:blip r:embed="rId5">
              <a:alphaModFix/>
            </a:blip>
            <a:srcRect b="0" l="0" r="0" t="0"/>
            <a:stretch/>
          </p:blipFill>
          <p:spPr>
            <a:xfrm>
              <a:off x="4482791" y="2944691"/>
              <a:ext cx="165629" cy="165630"/>
            </a:xfrm>
            <a:prstGeom prst="rect">
              <a:avLst/>
            </a:prstGeom>
            <a:noFill/>
            <a:ln>
              <a:noFill/>
            </a:ln>
          </p:spPr>
        </p:pic>
        <p:pic>
          <p:nvPicPr>
            <p:cNvPr id="394" name="Google Shape;394;p52"/>
            <p:cNvPicPr preferRelativeResize="0"/>
            <p:nvPr/>
          </p:nvPicPr>
          <p:blipFill rotWithShape="1">
            <a:blip r:embed="rId5">
              <a:alphaModFix/>
            </a:blip>
            <a:srcRect b="0" l="0" r="0" t="0"/>
            <a:stretch/>
          </p:blipFill>
          <p:spPr>
            <a:xfrm>
              <a:off x="6492483" y="3695505"/>
              <a:ext cx="165630" cy="165630"/>
            </a:xfrm>
            <a:prstGeom prst="rect">
              <a:avLst/>
            </a:prstGeom>
            <a:noFill/>
            <a:ln>
              <a:noFill/>
            </a:ln>
          </p:spPr>
        </p:pic>
        <p:pic>
          <p:nvPicPr>
            <p:cNvPr id="395" name="Google Shape;395;p52"/>
            <p:cNvPicPr preferRelativeResize="0"/>
            <p:nvPr/>
          </p:nvPicPr>
          <p:blipFill rotWithShape="1">
            <a:blip r:embed="rId4">
              <a:alphaModFix/>
            </a:blip>
            <a:srcRect b="0" l="0" r="0" t="0"/>
            <a:stretch/>
          </p:blipFill>
          <p:spPr>
            <a:xfrm>
              <a:off x="5487638" y="3398737"/>
              <a:ext cx="165629" cy="165629"/>
            </a:xfrm>
            <a:prstGeom prst="rect">
              <a:avLst/>
            </a:prstGeom>
            <a:noFill/>
            <a:ln>
              <a:noFill/>
            </a:ln>
          </p:spPr>
        </p:pic>
        <p:pic>
          <p:nvPicPr>
            <p:cNvPr id="396" name="Google Shape;396;p52"/>
            <p:cNvPicPr preferRelativeResize="0"/>
            <p:nvPr/>
          </p:nvPicPr>
          <p:blipFill rotWithShape="1">
            <a:blip r:embed="rId5">
              <a:alphaModFix/>
            </a:blip>
            <a:srcRect b="0" l="0" r="0" t="0"/>
            <a:stretch/>
          </p:blipFill>
          <p:spPr>
            <a:xfrm>
              <a:off x="7497328" y="3778321"/>
              <a:ext cx="165630" cy="165630"/>
            </a:xfrm>
            <a:prstGeom prst="rect">
              <a:avLst/>
            </a:prstGeom>
            <a:noFill/>
            <a:ln>
              <a:noFill/>
            </a:ln>
          </p:spPr>
        </p:pic>
      </p:grpSp>
      <p:sp>
        <p:nvSpPr>
          <p:cNvPr id="397" name="Google Shape;397;p52"/>
          <p:cNvSpPr/>
          <p:nvPr/>
        </p:nvSpPr>
        <p:spPr>
          <a:xfrm>
            <a:off x="1633881" y="1814497"/>
            <a:ext cx="844550" cy="220344"/>
          </a:xfrm>
          <a:custGeom>
            <a:rect b="b" l="l" r="r" t="t"/>
            <a:pathLst>
              <a:path extrusionOk="0" h="220344" w="844550">
                <a:moveTo>
                  <a:pt x="0" y="0"/>
                </a:moveTo>
                <a:lnTo>
                  <a:pt x="844326" y="219850"/>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52"/>
          <p:cNvSpPr/>
          <p:nvPr/>
        </p:nvSpPr>
        <p:spPr>
          <a:xfrm>
            <a:off x="2619581" y="2092907"/>
            <a:ext cx="882650" cy="710564"/>
          </a:xfrm>
          <a:custGeom>
            <a:rect b="b" l="l" r="r" t="t"/>
            <a:pathLst>
              <a:path extrusionOk="0" h="710564" w="882650">
                <a:moveTo>
                  <a:pt x="0" y="0"/>
                </a:moveTo>
                <a:lnTo>
                  <a:pt x="882618" y="710410"/>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52"/>
          <p:cNvSpPr/>
          <p:nvPr/>
        </p:nvSpPr>
        <p:spPr>
          <a:xfrm>
            <a:off x="3643576" y="2861878"/>
            <a:ext cx="839470" cy="165735"/>
          </a:xfrm>
          <a:custGeom>
            <a:rect b="b" l="l" r="r" t="t"/>
            <a:pathLst>
              <a:path extrusionOk="0" h="165735" w="839470">
                <a:moveTo>
                  <a:pt x="0" y="0"/>
                </a:moveTo>
                <a:lnTo>
                  <a:pt x="839215" y="165629"/>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52"/>
          <p:cNvSpPr/>
          <p:nvPr/>
        </p:nvSpPr>
        <p:spPr>
          <a:xfrm>
            <a:off x="4624165" y="3086065"/>
            <a:ext cx="863600" cy="395604"/>
          </a:xfrm>
          <a:custGeom>
            <a:rect b="b" l="l" r="r" t="t"/>
            <a:pathLst>
              <a:path extrusionOk="0" h="395604" w="863600">
                <a:moveTo>
                  <a:pt x="0" y="0"/>
                </a:moveTo>
                <a:lnTo>
                  <a:pt x="863472" y="395485"/>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52"/>
          <p:cNvSpPr/>
          <p:nvPr/>
        </p:nvSpPr>
        <p:spPr>
          <a:xfrm>
            <a:off x="5653268" y="3481552"/>
            <a:ext cx="839470" cy="297179"/>
          </a:xfrm>
          <a:custGeom>
            <a:rect b="b" l="l" r="r" t="t"/>
            <a:pathLst>
              <a:path extrusionOk="0" h="297179" w="839470">
                <a:moveTo>
                  <a:pt x="0" y="0"/>
                </a:moveTo>
                <a:lnTo>
                  <a:pt x="839215" y="296768"/>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52"/>
          <p:cNvSpPr/>
          <p:nvPr/>
        </p:nvSpPr>
        <p:spPr>
          <a:xfrm>
            <a:off x="6658115" y="3778321"/>
            <a:ext cx="839470" cy="83185"/>
          </a:xfrm>
          <a:custGeom>
            <a:rect b="b" l="l" r="r" t="t"/>
            <a:pathLst>
              <a:path extrusionOk="0" h="83185" w="839470">
                <a:moveTo>
                  <a:pt x="0" y="0"/>
                </a:moveTo>
                <a:lnTo>
                  <a:pt x="839213" y="82814"/>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3"/>
          <p:cNvSpPr txBox="1"/>
          <p:nvPr/>
        </p:nvSpPr>
        <p:spPr>
          <a:xfrm>
            <a:off x="1435694" y="1833139"/>
            <a:ext cx="6323400" cy="2237400"/>
          </a:xfrm>
          <a:prstGeom prst="rect">
            <a:avLst/>
          </a:prstGeom>
          <a:noFill/>
          <a:ln>
            <a:noFill/>
          </a:ln>
        </p:spPr>
        <p:txBody>
          <a:bodyPr anchorCtr="0" anchor="t" bIns="0" lIns="0" spcFirstLastPara="1" rIns="0" wrap="square" tIns="0">
            <a:spAutoFit/>
          </a:bodyPr>
          <a:lstStyle/>
          <a:p>
            <a:pPr indent="0" lvl="0" marL="5981700" marR="0" rtl="0" algn="l">
              <a:lnSpc>
                <a:spcPct val="111579"/>
              </a:lnSpc>
              <a:spcBef>
                <a:spcPts val="0"/>
              </a:spcBef>
              <a:spcAft>
                <a:spcPts val="0"/>
              </a:spcAft>
              <a:buNone/>
            </a:pPr>
            <a:r>
              <a:rPr b="1" lang="en" sz="1600">
                <a:solidFill>
                  <a:srgbClr val="FFFFFF"/>
                </a:solidFill>
                <a:latin typeface="Georgia"/>
                <a:ea typeface="Georgia"/>
                <a:cs typeface="Georgia"/>
                <a:sym typeface="Georgia"/>
              </a:rPr>
              <a:t>172</a:t>
            </a:r>
            <a:endParaRPr sz="1600">
              <a:solidFill>
                <a:schemeClr val="dk1"/>
              </a:solidFill>
              <a:latin typeface="Georgia"/>
              <a:ea typeface="Georgia"/>
              <a:cs typeface="Georgia"/>
              <a:sym typeface="Georgia"/>
            </a:endParaRPr>
          </a:p>
          <a:p>
            <a:pPr indent="0" lvl="0" marL="4978400" marR="0" rtl="0" algn="l">
              <a:spcBef>
                <a:spcPts val="200"/>
              </a:spcBef>
              <a:spcAft>
                <a:spcPts val="0"/>
              </a:spcAft>
              <a:buNone/>
            </a:pPr>
            <a:r>
              <a:rPr b="1" lang="en" sz="1600">
                <a:solidFill>
                  <a:srgbClr val="FFFFFF"/>
                </a:solidFill>
                <a:latin typeface="Georgia"/>
                <a:ea typeface="Georgia"/>
                <a:cs typeface="Georgia"/>
                <a:sym typeface="Georgia"/>
              </a:rPr>
              <a:t>157</a:t>
            </a:r>
            <a:endParaRPr sz="1600">
              <a:solidFill>
                <a:schemeClr val="dk1"/>
              </a:solidFill>
              <a:latin typeface="Georgia"/>
              <a:ea typeface="Georgia"/>
              <a:cs typeface="Georgia"/>
              <a:sym typeface="Georgia"/>
            </a:endParaRPr>
          </a:p>
          <a:p>
            <a:pPr indent="0" lvl="0" marL="3962400" marR="0" rtl="0" algn="l">
              <a:spcBef>
                <a:spcPts val="1200"/>
              </a:spcBef>
              <a:spcAft>
                <a:spcPts val="0"/>
              </a:spcAft>
              <a:buNone/>
            </a:pPr>
            <a:r>
              <a:rPr b="1" lang="en" sz="1600">
                <a:solidFill>
                  <a:srgbClr val="FFFFFF"/>
                </a:solidFill>
                <a:latin typeface="Georgia"/>
                <a:ea typeface="Georgia"/>
                <a:cs typeface="Georgia"/>
                <a:sym typeface="Georgia"/>
              </a:rPr>
              <a:t>123</a:t>
            </a:r>
            <a:endParaRPr sz="1600">
              <a:solidFill>
                <a:schemeClr val="dk1"/>
              </a:solidFill>
              <a:latin typeface="Georgia"/>
              <a:ea typeface="Georgia"/>
              <a:cs typeface="Georgia"/>
              <a:sym typeface="Georgia"/>
            </a:endParaRPr>
          </a:p>
          <a:p>
            <a:pPr indent="0" lvl="0" marL="0" marR="38100" rtl="0" algn="ctr">
              <a:spcBef>
                <a:spcPts val="1500"/>
              </a:spcBef>
              <a:spcAft>
                <a:spcPts val="0"/>
              </a:spcAft>
              <a:buNone/>
            </a:pPr>
            <a:r>
              <a:rPr b="1" lang="en" sz="1600">
                <a:solidFill>
                  <a:srgbClr val="FFFFFF"/>
                </a:solidFill>
                <a:latin typeface="Georgia"/>
                <a:ea typeface="Georgia"/>
                <a:cs typeface="Georgia"/>
                <a:sym typeface="Georgia"/>
              </a:rPr>
              <a:t>81</a:t>
            </a:r>
            <a:endParaRPr sz="16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t/>
            </a:r>
            <a:endParaRPr sz="1800">
              <a:solidFill>
                <a:schemeClr val="dk1"/>
              </a:solidFill>
              <a:latin typeface="Georgia"/>
              <a:ea typeface="Georgia"/>
              <a:cs typeface="Georgia"/>
              <a:sym typeface="Georgia"/>
            </a:endParaRPr>
          </a:p>
          <a:p>
            <a:pPr indent="0" lvl="0" marL="0" marR="0" rtl="0" algn="l">
              <a:spcBef>
                <a:spcPts val="1600"/>
              </a:spcBef>
              <a:spcAft>
                <a:spcPts val="0"/>
              </a:spcAft>
              <a:buNone/>
            </a:pPr>
            <a:r>
              <a:rPr b="1" lang="en" sz="1600">
                <a:solidFill>
                  <a:srgbClr val="FFFFFF"/>
                </a:solidFill>
                <a:latin typeface="Georgia"/>
                <a:ea typeface="Georgia"/>
                <a:cs typeface="Georgia"/>
                <a:sym typeface="Georgia"/>
              </a:rPr>
              <a:t>35	</a:t>
            </a:r>
            <a:r>
              <a:rPr b="1" baseline="-25000" lang="en" sz="2400">
                <a:solidFill>
                  <a:srgbClr val="FFFFFF"/>
                </a:solidFill>
                <a:latin typeface="Georgia"/>
                <a:ea typeface="Georgia"/>
                <a:cs typeface="Georgia"/>
                <a:sym typeface="Georgia"/>
              </a:rPr>
              <a:t>29</a:t>
            </a:r>
            <a:endParaRPr baseline="-25000" sz="2400">
              <a:solidFill>
                <a:schemeClr val="dk1"/>
              </a:solidFill>
              <a:latin typeface="Georgia"/>
              <a:ea typeface="Georgia"/>
              <a:cs typeface="Georgia"/>
              <a:sym typeface="Georgia"/>
            </a:endParaRPr>
          </a:p>
        </p:txBody>
      </p:sp>
      <p:grpSp>
        <p:nvGrpSpPr>
          <p:cNvPr id="408" name="Google Shape;408;p53"/>
          <p:cNvGrpSpPr/>
          <p:nvPr/>
        </p:nvGrpSpPr>
        <p:grpSpPr>
          <a:xfrm>
            <a:off x="735574" y="1299356"/>
            <a:ext cx="7673340" cy="2780011"/>
            <a:chOff x="735573" y="1299356"/>
            <a:chExt cx="7673340" cy="2780011"/>
          </a:xfrm>
        </p:grpSpPr>
        <p:pic>
          <p:nvPicPr>
            <p:cNvPr id="409" name="Google Shape;409;p53"/>
            <p:cNvPicPr preferRelativeResize="0"/>
            <p:nvPr/>
          </p:nvPicPr>
          <p:blipFill rotWithShape="1">
            <a:blip r:embed="rId3">
              <a:alphaModFix/>
            </a:blip>
            <a:srcRect b="0" l="0" r="0" t="0"/>
            <a:stretch/>
          </p:blipFill>
          <p:spPr>
            <a:xfrm>
              <a:off x="735573" y="1299356"/>
              <a:ext cx="7672851" cy="2777472"/>
            </a:xfrm>
            <a:prstGeom prst="rect">
              <a:avLst/>
            </a:prstGeom>
            <a:noFill/>
            <a:ln>
              <a:noFill/>
            </a:ln>
          </p:spPr>
        </p:pic>
        <p:sp>
          <p:nvSpPr>
            <p:cNvPr id="410" name="Google Shape;410;p53"/>
            <p:cNvSpPr/>
            <p:nvPr/>
          </p:nvSpPr>
          <p:spPr>
            <a:xfrm>
              <a:off x="735573" y="4076828"/>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53"/>
            <p:cNvSpPr/>
            <p:nvPr/>
          </p:nvSpPr>
          <p:spPr>
            <a:xfrm>
              <a:off x="735573" y="3469352"/>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53"/>
            <p:cNvSpPr/>
            <p:nvPr/>
          </p:nvSpPr>
          <p:spPr>
            <a:xfrm>
              <a:off x="735573" y="2861877"/>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53"/>
            <p:cNvSpPr/>
            <p:nvPr/>
          </p:nvSpPr>
          <p:spPr>
            <a:xfrm>
              <a:off x="735573" y="2254403"/>
              <a:ext cx="7673340" cy="2539"/>
            </a:xfrm>
            <a:custGeom>
              <a:rect b="b" l="l" r="r" t="t"/>
              <a:pathLst>
                <a:path extrusionOk="0" h="2539" w="7673340">
                  <a:moveTo>
                    <a:pt x="0" y="0"/>
                  </a:moveTo>
                  <a:lnTo>
                    <a:pt x="7672850" y="1939"/>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53"/>
            <p:cNvSpPr/>
            <p:nvPr/>
          </p:nvSpPr>
          <p:spPr>
            <a:xfrm>
              <a:off x="735573" y="1646927"/>
              <a:ext cx="7673340" cy="2539"/>
            </a:xfrm>
            <a:custGeom>
              <a:rect b="b" l="l" r="r" t="t"/>
              <a:pathLst>
                <a:path extrusionOk="0" h="2539" w="7673340">
                  <a:moveTo>
                    <a:pt x="0" y="0"/>
                  </a:moveTo>
                  <a:lnTo>
                    <a:pt x="7672850" y="1940"/>
                  </a:lnTo>
                </a:path>
              </a:pathLst>
            </a:custGeom>
            <a:noFill/>
            <a:ln cap="flat" cmpd="sng" w="9500">
              <a:solidFill>
                <a:srgbClr val="E2A8A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53"/>
            <p:cNvSpPr/>
            <p:nvPr/>
          </p:nvSpPr>
          <p:spPr>
            <a:xfrm>
              <a:off x="1199489" y="1770557"/>
              <a:ext cx="6745605" cy="2308225"/>
            </a:xfrm>
            <a:custGeom>
              <a:rect b="b" l="l" r="r" t="t"/>
              <a:pathLst>
                <a:path extrusionOk="0" h="2308225" w="6745605">
                  <a:moveTo>
                    <a:pt x="715962" y="1793811"/>
                  </a:moveTo>
                  <a:lnTo>
                    <a:pt x="0" y="1793811"/>
                  </a:lnTo>
                  <a:lnTo>
                    <a:pt x="0" y="2308212"/>
                  </a:lnTo>
                  <a:lnTo>
                    <a:pt x="715962" y="2308212"/>
                  </a:lnTo>
                  <a:lnTo>
                    <a:pt x="715962" y="1793811"/>
                  </a:lnTo>
                  <a:close/>
                </a:path>
                <a:path extrusionOk="0" h="2308225" w="6745605">
                  <a:moveTo>
                    <a:pt x="1725917" y="2090585"/>
                  </a:moveTo>
                  <a:lnTo>
                    <a:pt x="1009954" y="2090585"/>
                  </a:lnTo>
                  <a:lnTo>
                    <a:pt x="1009954" y="2308212"/>
                  </a:lnTo>
                  <a:lnTo>
                    <a:pt x="1725917" y="2308212"/>
                  </a:lnTo>
                  <a:lnTo>
                    <a:pt x="1725917" y="2090585"/>
                  </a:lnTo>
                  <a:close/>
                </a:path>
                <a:path extrusionOk="0" h="2308225" w="6745605">
                  <a:moveTo>
                    <a:pt x="2725661" y="1879549"/>
                  </a:moveTo>
                  <a:lnTo>
                    <a:pt x="2009698" y="1879549"/>
                  </a:lnTo>
                  <a:lnTo>
                    <a:pt x="2009698" y="2308212"/>
                  </a:lnTo>
                  <a:lnTo>
                    <a:pt x="2725661" y="2308212"/>
                  </a:lnTo>
                  <a:lnTo>
                    <a:pt x="2725661" y="1879549"/>
                  </a:lnTo>
                  <a:close/>
                </a:path>
                <a:path extrusionOk="0" h="2308225" w="6745605">
                  <a:moveTo>
                    <a:pt x="3730498" y="1091323"/>
                  </a:moveTo>
                  <a:lnTo>
                    <a:pt x="3014535" y="1091323"/>
                  </a:lnTo>
                  <a:lnTo>
                    <a:pt x="3014535" y="2308212"/>
                  </a:lnTo>
                  <a:lnTo>
                    <a:pt x="3730498" y="2308212"/>
                  </a:lnTo>
                  <a:lnTo>
                    <a:pt x="3730498" y="1091323"/>
                  </a:lnTo>
                  <a:close/>
                </a:path>
                <a:path extrusionOk="0" h="2308225" w="6745605">
                  <a:moveTo>
                    <a:pt x="4735347" y="659485"/>
                  </a:moveTo>
                  <a:lnTo>
                    <a:pt x="4019385" y="659485"/>
                  </a:lnTo>
                  <a:lnTo>
                    <a:pt x="4019385" y="2308212"/>
                  </a:lnTo>
                  <a:lnTo>
                    <a:pt x="4735347" y="2308212"/>
                  </a:lnTo>
                  <a:lnTo>
                    <a:pt x="4735347" y="659485"/>
                  </a:lnTo>
                  <a:close/>
                </a:path>
                <a:path extrusionOk="0" h="2308225" w="6745605">
                  <a:moveTo>
                    <a:pt x="5740197" y="263791"/>
                  </a:moveTo>
                  <a:lnTo>
                    <a:pt x="5024234" y="263791"/>
                  </a:lnTo>
                  <a:lnTo>
                    <a:pt x="5024234" y="2308212"/>
                  </a:lnTo>
                  <a:lnTo>
                    <a:pt x="5740197" y="2308212"/>
                  </a:lnTo>
                  <a:lnTo>
                    <a:pt x="5740197" y="263791"/>
                  </a:lnTo>
                  <a:close/>
                </a:path>
                <a:path extrusionOk="0" h="2308225" w="6745605">
                  <a:moveTo>
                    <a:pt x="6745046" y="0"/>
                  </a:moveTo>
                  <a:lnTo>
                    <a:pt x="6029083" y="0"/>
                  </a:lnTo>
                  <a:lnTo>
                    <a:pt x="6029083" y="2308212"/>
                  </a:lnTo>
                  <a:lnTo>
                    <a:pt x="6745046" y="2308212"/>
                  </a:lnTo>
                  <a:lnTo>
                    <a:pt x="6745046"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6" name="Google Shape;416;p53"/>
          <p:cNvSpPr txBox="1"/>
          <p:nvPr/>
        </p:nvSpPr>
        <p:spPr>
          <a:xfrm>
            <a:off x="3392366" y="4098544"/>
            <a:ext cx="3552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2012</a:t>
            </a:r>
            <a:endParaRPr sz="1200">
              <a:solidFill>
                <a:schemeClr val="dk1"/>
              </a:solidFill>
              <a:latin typeface="Georgia"/>
              <a:ea typeface="Georgia"/>
              <a:cs typeface="Georgia"/>
              <a:sym typeface="Georgia"/>
            </a:endParaRPr>
          </a:p>
        </p:txBody>
      </p:sp>
      <p:sp>
        <p:nvSpPr>
          <p:cNvPr id="417" name="Google Shape;417;p53"/>
          <p:cNvSpPr txBox="1"/>
          <p:nvPr/>
        </p:nvSpPr>
        <p:spPr>
          <a:xfrm>
            <a:off x="4397735" y="4098544"/>
            <a:ext cx="3537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2013</a:t>
            </a:r>
            <a:endParaRPr sz="1200">
              <a:solidFill>
                <a:schemeClr val="dk1"/>
              </a:solidFill>
              <a:latin typeface="Georgia"/>
              <a:ea typeface="Georgia"/>
              <a:cs typeface="Georgia"/>
              <a:sym typeface="Georgia"/>
            </a:endParaRPr>
          </a:p>
        </p:txBody>
      </p:sp>
      <p:sp>
        <p:nvSpPr>
          <p:cNvPr id="418" name="Google Shape;418;p53"/>
          <p:cNvSpPr txBox="1"/>
          <p:nvPr/>
        </p:nvSpPr>
        <p:spPr>
          <a:xfrm>
            <a:off x="5401575" y="4098544"/>
            <a:ext cx="355500" cy="19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2014</a:t>
            </a:r>
            <a:endParaRPr sz="1200">
              <a:solidFill>
                <a:schemeClr val="dk1"/>
              </a:solidFill>
              <a:latin typeface="Georgia"/>
              <a:ea typeface="Georgia"/>
              <a:cs typeface="Georgia"/>
              <a:sym typeface="Georgia"/>
            </a:endParaRPr>
          </a:p>
        </p:txBody>
      </p:sp>
      <p:sp>
        <p:nvSpPr>
          <p:cNvPr id="419" name="Google Shape;419;p53"/>
          <p:cNvSpPr txBox="1"/>
          <p:nvPr>
            <p:ph type="title"/>
          </p:nvPr>
        </p:nvSpPr>
        <p:spPr>
          <a:xfrm>
            <a:off x="838200" y="767579"/>
            <a:ext cx="10515600" cy="567000"/>
          </a:xfrm>
          <a:prstGeom prst="rect">
            <a:avLst/>
          </a:prstGeom>
          <a:noFill/>
          <a:ln>
            <a:noFill/>
          </a:ln>
        </p:spPr>
        <p:txBody>
          <a:bodyPr anchorCtr="0" anchor="ctr" bIns="0" lIns="0" spcFirstLastPara="1" rIns="0" wrap="square" tIns="12700">
            <a:spAutoFit/>
          </a:bodyPr>
          <a:lstStyle/>
          <a:p>
            <a:pPr indent="0" lvl="0" marL="736600" rtl="0" algn="l">
              <a:lnSpc>
                <a:spcPct val="100000"/>
              </a:lnSpc>
              <a:spcBef>
                <a:spcPts val="0"/>
              </a:spcBef>
              <a:spcAft>
                <a:spcPts val="0"/>
              </a:spcAft>
              <a:buClr>
                <a:schemeClr val="dk1"/>
              </a:buClr>
              <a:buSzPts val="3300"/>
              <a:buFont typeface="Calibri"/>
              <a:buNone/>
            </a:pPr>
            <a:r>
              <a:rPr lang="en"/>
              <a:t>Participation and Performance</a:t>
            </a:r>
            <a:endParaRPr/>
          </a:p>
        </p:txBody>
      </p:sp>
      <p:sp>
        <p:nvSpPr>
          <p:cNvPr id="420" name="Google Shape;420;p53"/>
          <p:cNvSpPr/>
          <p:nvPr/>
        </p:nvSpPr>
        <p:spPr>
          <a:xfrm>
            <a:off x="1088257" y="4519514"/>
            <a:ext cx="368300" cy="368300"/>
          </a:xfrm>
          <a:custGeom>
            <a:rect b="b" l="l" r="r" t="t"/>
            <a:pathLst>
              <a:path extrusionOk="0" h="368300" w="368300">
                <a:moveTo>
                  <a:pt x="368300" y="0"/>
                </a:moveTo>
                <a:lnTo>
                  <a:pt x="0" y="0"/>
                </a:lnTo>
                <a:lnTo>
                  <a:pt x="0" y="368299"/>
                </a:lnTo>
                <a:lnTo>
                  <a:pt x="368300" y="368299"/>
                </a:lnTo>
                <a:lnTo>
                  <a:pt x="368300" y="0"/>
                </a:lnTo>
                <a:close/>
              </a:path>
            </a:pathLst>
          </a:custGeom>
          <a:solidFill>
            <a:srgbClr val="E2A8A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53"/>
          <p:cNvSpPr txBox="1"/>
          <p:nvPr/>
        </p:nvSpPr>
        <p:spPr>
          <a:xfrm>
            <a:off x="1378468" y="4098544"/>
            <a:ext cx="1359300" cy="88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2010	2011</a:t>
            </a:r>
            <a:endParaRPr sz="1200">
              <a:solidFill>
                <a:schemeClr val="dk1"/>
              </a:solidFill>
              <a:latin typeface="Georgia"/>
              <a:ea typeface="Georgia"/>
              <a:cs typeface="Georgia"/>
              <a:sym typeface="Georgia"/>
            </a:endParaRPr>
          </a:p>
          <a:p>
            <a:pPr indent="0" lvl="0" marL="0" marR="0" rtl="0" algn="l">
              <a:spcBef>
                <a:spcPts val="100"/>
              </a:spcBef>
              <a:spcAft>
                <a:spcPts val="0"/>
              </a:spcAft>
              <a:buNone/>
            </a:pPr>
            <a:r>
              <a:t/>
            </a:r>
            <a:endParaRPr sz="1400">
              <a:solidFill>
                <a:schemeClr val="dk1"/>
              </a:solidFill>
              <a:latin typeface="Georgia"/>
              <a:ea typeface="Georgia"/>
              <a:cs typeface="Georgia"/>
              <a:sym typeface="Georgia"/>
            </a:endParaRPr>
          </a:p>
          <a:p>
            <a:pPr indent="0" lvl="0" marL="165100" marR="190500" rtl="0" algn="l">
              <a:lnSpc>
                <a:spcPct val="114247"/>
              </a:lnSpc>
              <a:spcBef>
                <a:spcPts val="0"/>
              </a:spcBef>
              <a:spcAft>
                <a:spcPts val="0"/>
              </a:spcAft>
              <a:buNone/>
            </a:pPr>
            <a:r>
              <a:rPr b="1" lang="en" sz="1400">
                <a:solidFill>
                  <a:srgbClr val="262626"/>
                </a:solidFill>
                <a:latin typeface="Georgia"/>
                <a:ea typeface="Georgia"/>
                <a:cs typeface="Georgia"/>
                <a:sym typeface="Georgia"/>
              </a:rPr>
              <a:t>Number of Entries</a:t>
            </a:r>
            <a:endParaRPr sz="1400">
              <a:solidFill>
                <a:schemeClr val="dk1"/>
              </a:solidFill>
              <a:latin typeface="Georgia"/>
              <a:ea typeface="Georgia"/>
              <a:cs typeface="Georgia"/>
              <a:sym typeface="Georgia"/>
            </a:endParaRPr>
          </a:p>
        </p:txBody>
      </p:sp>
      <p:sp>
        <p:nvSpPr>
          <p:cNvPr id="422" name="Google Shape;422;p53"/>
          <p:cNvSpPr/>
          <p:nvPr/>
        </p:nvSpPr>
        <p:spPr>
          <a:xfrm>
            <a:off x="3523850" y="4519514"/>
            <a:ext cx="368300" cy="368300"/>
          </a:xfrm>
          <a:custGeom>
            <a:rect b="b" l="l" r="r" t="t"/>
            <a:pathLst>
              <a:path extrusionOk="0" h="368300" w="368300">
                <a:moveTo>
                  <a:pt x="368300" y="0"/>
                </a:moveTo>
                <a:lnTo>
                  <a:pt x="0" y="0"/>
                </a:lnTo>
                <a:lnTo>
                  <a:pt x="0" y="368299"/>
                </a:lnTo>
                <a:lnTo>
                  <a:pt x="368300" y="368299"/>
                </a:lnTo>
                <a:lnTo>
                  <a:pt x="368300" y="0"/>
                </a:lnTo>
                <a:close/>
              </a:path>
            </a:pathLst>
          </a:custGeom>
          <a:solidFill>
            <a:srgbClr val="6095C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53"/>
          <p:cNvSpPr txBox="1"/>
          <p:nvPr/>
        </p:nvSpPr>
        <p:spPr>
          <a:xfrm>
            <a:off x="3970889" y="4475074"/>
            <a:ext cx="1314600" cy="489900"/>
          </a:xfrm>
          <a:prstGeom prst="rect">
            <a:avLst/>
          </a:prstGeom>
          <a:noFill/>
          <a:ln>
            <a:noFill/>
          </a:ln>
        </p:spPr>
        <p:txBody>
          <a:bodyPr anchorCtr="0" anchor="t" bIns="0" lIns="0" spcFirstLastPara="1" rIns="0" wrap="square" tIns="27950">
            <a:spAutoFit/>
          </a:bodyPr>
          <a:lstStyle/>
          <a:p>
            <a:pPr indent="0" lvl="0" marL="12700" marR="0" rtl="0" algn="l">
              <a:lnSpc>
                <a:spcPct val="114247"/>
              </a:lnSpc>
              <a:spcBef>
                <a:spcPts val="0"/>
              </a:spcBef>
              <a:spcAft>
                <a:spcPts val="0"/>
              </a:spcAft>
              <a:buNone/>
            </a:pPr>
            <a:r>
              <a:rPr b="1" lang="en" sz="1400">
                <a:solidFill>
                  <a:srgbClr val="262626"/>
                </a:solidFill>
                <a:latin typeface="Georgia"/>
                <a:ea typeface="Georgia"/>
                <a:cs typeface="Georgia"/>
                <a:sym typeface="Georgia"/>
              </a:rPr>
              <a:t>Classification Errors (top-5)</a:t>
            </a:r>
            <a:endParaRPr sz="1400">
              <a:solidFill>
                <a:schemeClr val="dk1"/>
              </a:solidFill>
              <a:latin typeface="Georgia"/>
              <a:ea typeface="Georgia"/>
              <a:cs typeface="Georgia"/>
              <a:sym typeface="Georgia"/>
            </a:endParaRPr>
          </a:p>
        </p:txBody>
      </p:sp>
      <p:sp>
        <p:nvSpPr>
          <p:cNvPr id="424" name="Google Shape;424;p53"/>
          <p:cNvSpPr/>
          <p:nvPr/>
        </p:nvSpPr>
        <p:spPr>
          <a:xfrm>
            <a:off x="735573" y="1288051"/>
            <a:ext cx="7673340" cy="2777490"/>
          </a:xfrm>
          <a:custGeom>
            <a:rect b="b" l="l" r="r" t="t"/>
            <a:pathLst>
              <a:path extrusionOk="0" h="2777490" w="7673340">
                <a:moveTo>
                  <a:pt x="7672851" y="0"/>
                </a:moveTo>
                <a:lnTo>
                  <a:pt x="0" y="0"/>
                </a:lnTo>
                <a:lnTo>
                  <a:pt x="0" y="2777472"/>
                </a:lnTo>
                <a:lnTo>
                  <a:pt x="7672851" y="2777472"/>
                </a:lnTo>
                <a:lnTo>
                  <a:pt x="7672851" y="0"/>
                </a:lnTo>
                <a:close/>
              </a:path>
            </a:pathLst>
          </a:custGeom>
          <a:solidFill>
            <a:srgbClr val="FFFFFF">
              <a:alpha val="5019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53"/>
          <p:cNvSpPr txBox="1"/>
          <p:nvPr/>
        </p:nvSpPr>
        <p:spPr>
          <a:xfrm>
            <a:off x="1187375" y="1279535"/>
            <a:ext cx="722100" cy="323100"/>
          </a:xfrm>
          <a:prstGeom prst="rect">
            <a:avLst/>
          </a:prstGeom>
          <a:solidFill>
            <a:srgbClr val="6095C9"/>
          </a:solidFill>
          <a:ln>
            <a:noFill/>
          </a:ln>
        </p:spPr>
        <p:txBody>
          <a:bodyPr anchorCtr="0" anchor="t" bIns="0" lIns="0" spcFirstLastPara="1" rIns="0" wrap="square" tIns="45725">
            <a:spAutoFit/>
          </a:bodyPr>
          <a:lstStyle/>
          <a:p>
            <a:pPr indent="0" lvl="0" marL="76200" marR="0" rtl="0" algn="l">
              <a:spcBef>
                <a:spcPts val="0"/>
              </a:spcBef>
              <a:spcAft>
                <a:spcPts val="0"/>
              </a:spcAft>
              <a:buNone/>
            </a:pPr>
            <a:r>
              <a:rPr b="1" i="1" lang="en" sz="1800">
                <a:solidFill>
                  <a:srgbClr val="FFFFFF"/>
                </a:solidFill>
                <a:latin typeface="Georgia"/>
                <a:ea typeface="Georgia"/>
                <a:cs typeface="Georgia"/>
                <a:sym typeface="Georgia"/>
              </a:rPr>
              <a:t>0.28</a:t>
            </a:r>
            <a:endParaRPr sz="1800">
              <a:solidFill>
                <a:schemeClr val="dk1"/>
              </a:solidFill>
              <a:latin typeface="Georgia"/>
              <a:ea typeface="Georgia"/>
              <a:cs typeface="Georgia"/>
              <a:sym typeface="Georgia"/>
            </a:endParaRPr>
          </a:p>
        </p:txBody>
      </p:sp>
      <p:sp>
        <p:nvSpPr>
          <p:cNvPr id="426" name="Google Shape;426;p53"/>
          <p:cNvSpPr/>
          <p:nvPr/>
        </p:nvSpPr>
        <p:spPr>
          <a:xfrm>
            <a:off x="7216451" y="3296887"/>
            <a:ext cx="728345" cy="369570"/>
          </a:xfrm>
          <a:custGeom>
            <a:rect b="b" l="l" r="r" t="t"/>
            <a:pathLst>
              <a:path extrusionOk="0" h="369570" w="728345">
                <a:moveTo>
                  <a:pt x="728084" y="0"/>
                </a:moveTo>
                <a:lnTo>
                  <a:pt x="0" y="0"/>
                </a:lnTo>
                <a:lnTo>
                  <a:pt x="0" y="369331"/>
                </a:lnTo>
                <a:lnTo>
                  <a:pt x="728084" y="369331"/>
                </a:lnTo>
                <a:lnTo>
                  <a:pt x="728084" y="0"/>
                </a:lnTo>
                <a:close/>
              </a:path>
            </a:pathLst>
          </a:custGeom>
          <a:solidFill>
            <a:srgbClr val="6095C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53"/>
          <p:cNvSpPr txBox="1"/>
          <p:nvPr/>
        </p:nvSpPr>
        <p:spPr>
          <a:xfrm>
            <a:off x="7229726" y="3477643"/>
            <a:ext cx="718200" cy="168600"/>
          </a:xfrm>
          <a:prstGeom prst="rect">
            <a:avLst/>
          </a:prstGeom>
          <a:solidFill>
            <a:srgbClr val="6095C9"/>
          </a:solidFill>
          <a:ln>
            <a:noFill/>
          </a:ln>
        </p:spPr>
        <p:txBody>
          <a:bodyPr anchorCtr="0" anchor="t" bIns="0" lIns="0" spcFirstLastPara="1" rIns="0" wrap="square" tIns="0">
            <a:spAutoFit/>
          </a:bodyPr>
          <a:lstStyle/>
          <a:p>
            <a:pPr indent="0" lvl="0" marL="63500" marR="0" rtl="0" algn="l">
              <a:lnSpc>
                <a:spcPct val="60833"/>
              </a:lnSpc>
              <a:spcBef>
                <a:spcPts val="0"/>
              </a:spcBef>
              <a:spcAft>
                <a:spcPts val="0"/>
              </a:spcAft>
              <a:buNone/>
            </a:pPr>
            <a:r>
              <a:rPr b="1" i="1" lang="en" sz="1800">
                <a:solidFill>
                  <a:srgbClr val="FFFFFF"/>
                </a:solidFill>
                <a:latin typeface="Georgia"/>
                <a:ea typeface="Georgia"/>
                <a:cs typeface="Georgia"/>
                <a:sym typeface="Georgia"/>
              </a:rPr>
              <a:t>0.03</a:t>
            </a:r>
            <a:endParaRPr sz="1800">
              <a:solidFill>
                <a:schemeClr val="dk1"/>
              </a:solidFill>
              <a:latin typeface="Georgia"/>
              <a:ea typeface="Georgia"/>
              <a:cs typeface="Georgia"/>
              <a:sym typeface="Georgia"/>
            </a:endParaRPr>
          </a:p>
        </p:txBody>
      </p:sp>
      <p:grpSp>
        <p:nvGrpSpPr>
          <p:cNvPr id="428" name="Google Shape;428;p53"/>
          <p:cNvGrpSpPr/>
          <p:nvPr/>
        </p:nvGrpSpPr>
        <p:grpSpPr>
          <a:xfrm>
            <a:off x="1468252" y="1697533"/>
            <a:ext cx="6201116" cy="2246418"/>
            <a:chOff x="1468252" y="1697533"/>
            <a:chExt cx="6201116" cy="2246418"/>
          </a:xfrm>
        </p:grpSpPr>
        <p:pic>
          <p:nvPicPr>
            <p:cNvPr id="429" name="Google Shape;429;p53"/>
            <p:cNvPicPr preferRelativeResize="0"/>
            <p:nvPr/>
          </p:nvPicPr>
          <p:blipFill rotWithShape="1">
            <a:blip r:embed="rId4">
              <a:alphaModFix/>
            </a:blip>
            <a:srcRect b="0" l="0" r="0" t="0"/>
            <a:stretch/>
          </p:blipFill>
          <p:spPr>
            <a:xfrm>
              <a:off x="1468252" y="1731683"/>
              <a:ext cx="165629" cy="165629"/>
            </a:xfrm>
            <a:prstGeom prst="rect">
              <a:avLst/>
            </a:prstGeom>
            <a:noFill/>
            <a:ln>
              <a:noFill/>
            </a:ln>
          </p:spPr>
        </p:pic>
        <p:pic>
          <p:nvPicPr>
            <p:cNvPr id="430" name="Google Shape;430;p53"/>
            <p:cNvPicPr preferRelativeResize="0"/>
            <p:nvPr/>
          </p:nvPicPr>
          <p:blipFill rotWithShape="1">
            <a:blip r:embed="rId5">
              <a:alphaModFix/>
            </a:blip>
            <a:srcRect b="0" l="0" r="0" t="0"/>
            <a:stretch/>
          </p:blipFill>
          <p:spPr>
            <a:xfrm>
              <a:off x="2478208" y="1951532"/>
              <a:ext cx="165630" cy="165630"/>
            </a:xfrm>
            <a:prstGeom prst="rect">
              <a:avLst/>
            </a:prstGeom>
            <a:noFill/>
            <a:ln>
              <a:noFill/>
            </a:ln>
          </p:spPr>
        </p:pic>
        <p:pic>
          <p:nvPicPr>
            <p:cNvPr id="431" name="Google Shape;431;p53"/>
            <p:cNvPicPr preferRelativeResize="0"/>
            <p:nvPr/>
          </p:nvPicPr>
          <p:blipFill rotWithShape="1">
            <a:blip r:embed="rId4">
              <a:alphaModFix/>
            </a:blip>
            <a:srcRect b="0" l="0" r="0" t="0"/>
            <a:stretch/>
          </p:blipFill>
          <p:spPr>
            <a:xfrm>
              <a:off x="3477945" y="2779062"/>
              <a:ext cx="165629" cy="165630"/>
            </a:xfrm>
            <a:prstGeom prst="rect">
              <a:avLst/>
            </a:prstGeom>
            <a:noFill/>
            <a:ln>
              <a:noFill/>
            </a:ln>
          </p:spPr>
        </p:pic>
        <p:pic>
          <p:nvPicPr>
            <p:cNvPr id="432" name="Google Shape;432;p53"/>
            <p:cNvPicPr preferRelativeResize="0"/>
            <p:nvPr/>
          </p:nvPicPr>
          <p:blipFill rotWithShape="1">
            <a:blip r:embed="rId5">
              <a:alphaModFix/>
            </a:blip>
            <a:srcRect b="0" l="0" r="0" t="0"/>
            <a:stretch/>
          </p:blipFill>
          <p:spPr>
            <a:xfrm>
              <a:off x="4482791" y="2944691"/>
              <a:ext cx="165629" cy="165630"/>
            </a:xfrm>
            <a:prstGeom prst="rect">
              <a:avLst/>
            </a:prstGeom>
            <a:noFill/>
            <a:ln>
              <a:noFill/>
            </a:ln>
          </p:spPr>
        </p:pic>
        <p:pic>
          <p:nvPicPr>
            <p:cNvPr id="433" name="Google Shape;433;p53"/>
            <p:cNvPicPr preferRelativeResize="0"/>
            <p:nvPr/>
          </p:nvPicPr>
          <p:blipFill rotWithShape="1">
            <a:blip r:embed="rId5">
              <a:alphaModFix/>
            </a:blip>
            <a:srcRect b="0" l="0" r="0" t="0"/>
            <a:stretch/>
          </p:blipFill>
          <p:spPr>
            <a:xfrm>
              <a:off x="6492483" y="3695505"/>
              <a:ext cx="165630" cy="165630"/>
            </a:xfrm>
            <a:prstGeom prst="rect">
              <a:avLst/>
            </a:prstGeom>
            <a:noFill/>
            <a:ln>
              <a:noFill/>
            </a:ln>
          </p:spPr>
        </p:pic>
        <p:pic>
          <p:nvPicPr>
            <p:cNvPr id="434" name="Google Shape;434;p53"/>
            <p:cNvPicPr preferRelativeResize="0"/>
            <p:nvPr/>
          </p:nvPicPr>
          <p:blipFill rotWithShape="1">
            <a:blip r:embed="rId4">
              <a:alphaModFix/>
            </a:blip>
            <a:srcRect b="0" l="0" r="0" t="0"/>
            <a:stretch/>
          </p:blipFill>
          <p:spPr>
            <a:xfrm>
              <a:off x="5487638" y="3398737"/>
              <a:ext cx="165629" cy="165629"/>
            </a:xfrm>
            <a:prstGeom prst="rect">
              <a:avLst/>
            </a:prstGeom>
            <a:noFill/>
            <a:ln>
              <a:noFill/>
            </a:ln>
          </p:spPr>
        </p:pic>
        <p:pic>
          <p:nvPicPr>
            <p:cNvPr id="435" name="Google Shape;435;p53"/>
            <p:cNvPicPr preferRelativeResize="0"/>
            <p:nvPr/>
          </p:nvPicPr>
          <p:blipFill rotWithShape="1">
            <a:blip r:embed="rId5">
              <a:alphaModFix/>
            </a:blip>
            <a:srcRect b="0" l="0" r="0" t="0"/>
            <a:stretch/>
          </p:blipFill>
          <p:spPr>
            <a:xfrm>
              <a:off x="7497328" y="3778321"/>
              <a:ext cx="165630" cy="165630"/>
            </a:xfrm>
            <a:prstGeom prst="rect">
              <a:avLst/>
            </a:prstGeom>
            <a:noFill/>
            <a:ln>
              <a:noFill/>
            </a:ln>
          </p:spPr>
        </p:pic>
        <p:sp>
          <p:nvSpPr>
            <p:cNvPr id="436" name="Google Shape;436;p53"/>
            <p:cNvSpPr/>
            <p:nvPr/>
          </p:nvSpPr>
          <p:spPr>
            <a:xfrm>
              <a:off x="1633881" y="1814497"/>
              <a:ext cx="844550" cy="220344"/>
            </a:xfrm>
            <a:custGeom>
              <a:rect b="b" l="l" r="r" t="t"/>
              <a:pathLst>
                <a:path extrusionOk="0" h="220344" w="844550">
                  <a:moveTo>
                    <a:pt x="0" y="0"/>
                  </a:moveTo>
                  <a:lnTo>
                    <a:pt x="844326" y="219850"/>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53"/>
            <p:cNvSpPr/>
            <p:nvPr/>
          </p:nvSpPr>
          <p:spPr>
            <a:xfrm>
              <a:off x="2619581" y="2092906"/>
              <a:ext cx="882650" cy="710564"/>
            </a:xfrm>
            <a:custGeom>
              <a:rect b="b" l="l" r="r" t="t"/>
              <a:pathLst>
                <a:path extrusionOk="0" h="710564" w="882650">
                  <a:moveTo>
                    <a:pt x="0" y="0"/>
                  </a:moveTo>
                  <a:lnTo>
                    <a:pt x="882618" y="710410"/>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53"/>
            <p:cNvSpPr/>
            <p:nvPr/>
          </p:nvSpPr>
          <p:spPr>
            <a:xfrm>
              <a:off x="3643575" y="2861877"/>
              <a:ext cx="839470" cy="165735"/>
            </a:xfrm>
            <a:custGeom>
              <a:rect b="b" l="l" r="r" t="t"/>
              <a:pathLst>
                <a:path extrusionOk="0" h="165735" w="839470">
                  <a:moveTo>
                    <a:pt x="0" y="0"/>
                  </a:moveTo>
                  <a:lnTo>
                    <a:pt x="839215" y="165629"/>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53"/>
            <p:cNvSpPr/>
            <p:nvPr/>
          </p:nvSpPr>
          <p:spPr>
            <a:xfrm>
              <a:off x="4624165" y="3086065"/>
              <a:ext cx="863600" cy="395604"/>
            </a:xfrm>
            <a:custGeom>
              <a:rect b="b" l="l" r="r" t="t"/>
              <a:pathLst>
                <a:path extrusionOk="0" h="395604" w="863600">
                  <a:moveTo>
                    <a:pt x="0" y="0"/>
                  </a:moveTo>
                  <a:lnTo>
                    <a:pt x="863472" y="395485"/>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53"/>
            <p:cNvSpPr/>
            <p:nvPr/>
          </p:nvSpPr>
          <p:spPr>
            <a:xfrm>
              <a:off x="5653267" y="3481552"/>
              <a:ext cx="839470" cy="297179"/>
            </a:xfrm>
            <a:custGeom>
              <a:rect b="b" l="l" r="r" t="t"/>
              <a:pathLst>
                <a:path extrusionOk="0" h="297179" w="839470">
                  <a:moveTo>
                    <a:pt x="0" y="0"/>
                  </a:moveTo>
                  <a:lnTo>
                    <a:pt x="839215" y="296768"/>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53"/>
            <p:cNvSpPr/>
            <p:nvPr/>
          </p:nvSpPr>
          <p:spPr>
            <a:xfrm>
              <a:off x="6658114" y="3778320"/>
              <a:ext cx="839470" cy="83185"/>
            </a:xfrm>
            <a:custGeom>
              <a:rect b="b" l="l" r="r" t="t"/>
              <a:pathLst>
                <a:path extrusionOk="0" h="83185" w="839470">
                  <a:moveTo>
                    <a:pt x="0" y="0"/>
                  </a:moveTo>
                  <a:lnTo>
                    <a:pt x="839213" y="82814"/>
                  </a:lnTo>
                </a:path>
              </a:pathLst>
            </a:custGeom>
            <a:noFill/>
            <a:ln cap="flat" cmpd="sng" w="38075">
              <a:solidFill>
                <a:srgbClr val="5B92C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42" name="Google Shape;442;p53"/>
            <p:cNvPicPr preferRelativeResize="0"/>
            <p:nvPr/>
          </p:nvPicPr>
          <p:blipFill rotWithShape="1">
            <a:blip r:embed="rId6">
              <a:alphaModFix/>
            </a:blip>
            <a:srcRect b="0" l="0" r="0" t="0"/>
            <a:stretch/>
          </p:blipFill>
          <p:spPr>
            <a:xfrm>
              <a:off x="4489202" y="3246932"/>
              <a:ext cx="165629" cy="165630"/>
            </a:xfrm>
            <a:prstGeom prst="rect">
              <a:avLst/>
            </a:prstGeom>
            <a:noFill/>
            <a:ln>
              <a:noFill/>
            </a:ln>
          </p:spPr>
        </p:pic>
        <p:pic>
          <p:nvPicPr>
            <p:cNvPr id="443" name="Google Shape;443;p53"/>
            <p:cNvPicPr preferRelativeResize="0"/>
            <p:nvPr/>
          </p:nvPicPr>
          <p:blipFill rotWithShape="1">
            <a:blip r:embed="rId6">
              <a:alphaModFix/>
            </a:blip>
            <a:srcRect b="0" l="0" r="0" t="0"/>
            <a:stretch/>
          </p:blipFill>
          <p:spPr>
            <a:xfrm>
              <a:off x="5494049" y="2459532"/>
              <a:ext cx="165629" cy="165630"/>
            </a:xfrm>
            <a:prstGeom prst="rect">
              <a:avLst/>
            </a:prstGeom>
            <a:noFill/>
            <a:ln>
              <a:noFill/>
            </a:ln>
          </p:spPr>
        </p:pic>
        <p:pic>
          <p:nvPicPr>
            <p:cNvPr id="444" name="Google Shape;444;p53"/>
            <p:cNvPicPr preferRelativeResize="0"/>
            <p:nvPr/>
          </p:nvPicPr>
          <p:blipFill rotWithShape="1">
            <a:blip r:embed="rId6">
              <a:alphaModFix/>
            </a:blip>
            <a:srcRect b="0" l="0" r="0" t="0"/>
            <a:stretch/>
          </p:blipFill>
          <p:spPr>
            <a:xfrm>
              <a:off x="6498894" y="1837233"/>
              <a:ext cx="165629" cy="165629"/>
            </a:xfrm>
            <a:prstGeom prst="rect">
              <a:avLst/>
            </a:prstGeom>
            <a:noFill/>
            <a:ln>
              <a:noFill/>
            </a:ln>
          </p:spPr>
        </p:pic>
        <p:pic>
          <p:nvPicPr>
            <p:cNvPr id="445" name="Google Shape;445;p53"/>
            <p:cNvPicPr preferRelativeResize="0"/>
            <p:nvPr/>
          </p:nvPicPr>
          <p:blipFill rotWithShape="1">
            <a:blip r:embed="rId6">
              <a:alphaModFix/>
            </a:blip>
            <a:srcRect b="0" l="0" r="0" t="0"/>
            <a:stretch/>
          </p:blipFill>
          <p:spPr>
            <a:xfrm>
              <a:off x="7503739" y="1697533"/>
              <a:ext cx="165629" cy="165629"/>
            </a:xfrm>
            <a:prstGeom prst="rect">
              <a:avLst/>
            </a:prstGeom>
            <a:noFill/>
            <a:ln>
              <a:noFill/>
            </a:ln>
          </p:spPr>
        </p:pic>
        <p:sp>
          <p:nvSpPr>
            <p:cNvPr id="446" name="Google Shape;446;p53"/>
            <p:cNvSpPr/>
            <p:nvPr/>
          </p:nvSpPr>
          <p:spPr>
            <a:xfrm>
              <a:off x="4630576" y="2542350"/>
              <a:ext cx="863600" cy="728979"/>
            </a:xfrm>
            <a:custGeom>
              <a:rect b="b" l="l" r="r" t="t"/>
              <a:pathLst>
                <a:path extrusionOk="0" h="728979" w="863600">
                  <a:moveTo>
                    <a:pt x="0" y="728840"/>
                  </a:moveTo>
                  <a:lnTo>
                    <a:pt x="863472" y="0"/>
                  </a:lnTo>
                </a:path>
              </a:pathLst>
            </a:custGeom>
            <a:noFill/>
            <a:ln cap="flat" cmpd="sng" w="38075">
              <a:solidFill>
                <a:srgbClr val="89A24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53"/>
            <p:cNvSpPr/>
            <p:nvPr/>
          </p:nvSpPr>
          <p:spPr>
            <a:xfrm>
              <a:off x="5635422" y="1978607"/>
              <a:ext cx="887729" cy="505460"/>
            </a:xfrm>
            <a:custGeom>
              <a:rect b="b" l="l" r="r" t="t"/>
              <a:pathLst>
                <a:path extrusionOk="0" h="505460" w="887729">
                  <a:moveTo>
                    <a:pt x="0" y="505181"/>
                  </a:moveTo>
                  <a:lnTo>
                    <a:pt x="887727" y="0"/>
                  </a:lnTo>
                </a:path>
              </a:pathLst>
            </a:custGeom>
            <a:noFill/>
            <a:ln cap="flat" cmpd="sng" w="38075">
              <a:solidFill>
                <a:srgbClr val="89A24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53"/>
            <p:cNvSpPr/>
            <p:nvPr/>
          </p:nvSpPr>
          <p:spPr>
            <a:xfrm>
              <a:off x="6664524" y="1780348"/>
              <a:ext cx="839470" cy="139700"/>
            </a:xfrm>
            <a:custGeom>
              <a:rect b="b" l="l" r="r" t="t"/>
              <a:pathLst>
                <a:path extrusionOk="0" h="139700" w="839470">
                  <a:moveTo>
                    <a:pt x="0" y="139699"/>
                  </a:moveTo>
                  <a:lnTo>
                    <a:pt x="839213" y="0"/>
                  </a:lnTo>
                </a:path>
              </a:pathLst>
            </a:custGeom>
            <a:noFill/>
            <a:ln cap="flat" cmpd="sng" w="38075">
              <a:solidFill>
                <a:srgbClr val="89A24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9" name="Google Shape;449;p53"/>
          <p:cNvSpPr txBox="1"/>
          <p:nvPr/>
        </p:nvSpPr>
        <p:spPr>
          <a:xfrm>
            <a:off x="4219549" y="3477642"/>
            <a:ext cx="710700" cy="310500"/>
          </a:xfrm>
          <a:prstGeom prst="rect">
            <a:avLst/>
          </a:prstGeom>
          <a:solidFill>
            <a:srgbClr val="89A24C"/>
          </a:solidFill>
          <a:ln>
            <a:noFill/>
          </a:ln>
        </p:spPr>
        <p:txBody>
          <a:bodyPr anchorCtr="0" anchor="t" bIns="0" lIns="0" spcFirstLastPara="1" rIns="0" wrap="square" tIns="33025">
            <a:spAutoFit/>
          </a:bodyPr>
          <a:lstStyle/>
          <a:p>
            <a:pPr indent="0" lvl="0" marL="76200" marR="0" rtl="0" algn="l">
              <a:spcBef>
                <a:spcPts val="0"/>
              </a:spcBef>
              <a:spcAft>
                <a:spcPts val="0"/>
              </a:spcAft>
              <a:buNone/>
            </a:pPr>
            <a:r>
              <a:rPr b="1" i="1" lang="en" sz="1800">
                <a:solidFill>
                  <a:srgbClr val="FFFFFF"/>
                </a:solidFill>
                <a:latin typeface="Georgia"/>
                <a:ea typeface="Georgia"/>
                <a:cs typeface="Georgia"/>
                <a:sym typeface="Georgia"/>
              </a:rPr>
              <a:t>0.23</a:t>
            </a:r>
            <a:endParaRPr sz="1800">
              <a:solidFill>
                <a:schemeClr val="dk1"/>
              </a:solidFill>
              <a:latin typeface="Georgia"/>
              <a:ea typeface="Georgia"/>
              <a:cs typeface="Georgia"/>
              <a:sym typeface="Georgia"/>
            </a:endParaRPr>
          </a:p>
        </p:txBody>
      </p:sp>
      <p:sp>
        <p:nvSpPr>
          <p:cNvPr id="450" name="Google Shape;450;p53"/>
          <p:cNvSpPr txBox="1"/>
          <p:nvPr/>
        </p:nvSpPr>
        <p:spPr>
          <a:xfrm>
            <a:off x="7230878" y="1277596"/>
            <a:ext cx="720000" cy="323100"/>
          </a:xfrm>
          <a:prstGeom prst="rect">
            <a:avLst/>
          </a:prstGeom>
          <a:solidFill>
            <a:srgbClr val="89A24C"/>
          </a:solidFill>
          <a:ln>
            <a:noFill/>
          </a:ln>
        </p:spPr>
        <p:txBody>
          <a:bodyPr anchorCtr="0" anchor="t" bIns="0" lIns="0" spcFirstLastPara="1" rIns="0" wrap="square" tIns="45725">
            <a:spAutoFit/>
          </a:bodyPr>
          <a:lstStyle/>
          <a:p>
            <a:pPr indent="0" lvl="0" marL="76200" marR="0" rtl="0" algn="l">
              <a:spcBef>
                <a:spcPts val="0"/>
              </a:spcBef>
              <a:spcAft>
                <a:spcPts val="0"/>
              </a:spcAft>
              <a:buNone/>
            </a:pPr>
            <a:r>
              <a:rPr b="1" i="1" lang="en" sz="1800">
                <a:solidFill>
                  <a:srgbClr val="FFFFFF"/>
                </a:solidFill>
                <a:latin typeface="Georgia"/>
                <a:ea typeface="Georgia"/>
                <a:cs typeface="Georgia"/>
                <a:sym typeface="Georgia"/>
              </a:rPr>
              <a:t>0.66</a:t>
            </a:r>
            <a:endParaRPr sz="1800">
              <a:solidFill>
                <a:schemeClr val="dk1"/>
              </a:solidFill>
              <a:latin typeface="Georgia"/>
              <a:ea typeface="Georgia"/>
              <a:cs typeface="Georgia"/>
              <a:sym typeface="Georgia"/>
            </a:endParaRPr>
          </a:p>
        </p:txBody>
      </p:sp>
      <p:sp>
        <p:nvSpPr>
          <p:cNvPr id="451" name="Google Shape;451;p53"/>
          <p:cNvSpPr/>
          <p:nvPr/>
        </p:nvSpPr>
        <p:spPr>
          <a:xfrm>
            <a:off x="6174187" y="4519514"/>
            <a:ext cx="368300" cy="368300"/>
          </a:xfrm>
          <a:custGeom>
            <a:rect b="b" l="l" r="r" t="t"/>
            <a:pathLst>
              <a:path extrusionOk="0" h="368300" w="368300">
                <a:moveTo>
                  <a:pt x="368298" y="0"/>
                </a:moveTo>
                <a:lnTo>
                  <a:pt x="0" y="0"/>
                </a:lnTo>
                <a:lnTo>
                  <a:pt x="0" y="368299"/>
                </a:lnTo>
                <a:lnTo>
                  <a:pt x="368298" y="368299"/>
                </a:lnTo>
                <a:lnTo>
                  <a:pt x="368298" y="0"/>
                </a:lnTo>
                <a:close/>
              </a:path>
            </a:pathLst>
          </a:custGeom>
          <a:solidFill>
            <a:srgbClr val="89A24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53"/>
          <p:cNvSpPr txBox="1"/>
          <p:nvPr/>
        </p:nvSpPr>
        <p:spPr>
          <a:xfrm>
            <a:off x="6409214" y="4098543"/>
            <a:ext cx="2127900" cy="8874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 sz="1200">
                <a:solidFill>
                  <a:srgbClr val="262626"/>
                </a:solidFill>
                <a:latin typeface="Georgia"/>
                <a:ea typeface="Georgia"/>
                <a:cs typeface="Georgia"/>
                <a:sym typeface="Georgia"/>
              </a:rPr>
              <a:t>2015	2016</a:t>
            </a:r>
            <a:endParaRPr sz="1200">
              <a:solidFill>
                <a:schemeClr val="dk1"/>
              </a:solidFill>
              <a:latin typeface="Georgia"/>
              <a:ea typeface="Georgia"/>
              <a:cs typeface="Georgia"/>
              <a:sym typeface="Georgia"/>
            </a:endParaRPr>
          </a:p>
          <a:p>
            <a:pPr indent="0" lvl="0" marL="0" marR="0" rtl="0" algn="l">
              <a:spcBef>
                <a:spcPts val="100"/>
              </a:spcBef>
              <a:spcAft>
                <a:spcPts val="0"/>
              </a:spcAft>
              <a:buNone/>
            </a:pPr>
            <a:r>
              <a:t/>
            </a:r>
            <a:endParaRPr sz="1400">
              <a:solidFill>
                <a:schemeClr val="dk1"/>
              </a:solidFill>
              <a:latin typeface="Georgia"/>
              <a:ea typeface="Georgia"/>
              <a:cs typeface="Georgia"/>
              <a:sym typeface="Georgia"/>
            </a:endParaRPr>
          </a:p>
          <a:p>
            <a:pPr indent="0" lvl="0" marL="228600" marR="0" rtl="0" algn="l">
              <a:lnSpc>
                <a:spcPct val="114247"/>
              </a:lnSpc>
              <a:spcBef>
                <a:spcPts val="0"/>
              </a:spcBef>
              <a:spcAft>
                <a:spcPts val="0"/>
              </a:spcAft>
              <a:buNone/>
            </a:pPr>
            <a:r>
              <a:rPr b="1" lang="en" sz="1400">
                <a:solidFill>
                  <a:srgbClr val="262626"/>
                </a:solidFill>
                <a:latin typeface="Georgia"/>
                <a:ea typeface="Georgia"/>
                <a:cs typeface="Georgia"/>
                <a:sym typeface="Georgia"/>
              </a:rPr>
              <a:t>Average Precision For Object Detection</a:t>
            </a:r>
            <a:endParaRPr sz="1400">
              <a:solidFill>
                <a:schemeClr val="dk1"/>
              </a:solidFill>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4"/>
          <p:cNvSpPr/>
          <p:nvPr/>
        </p:nvSpPr>
        <p:spPr>
          <a:xfrm>
            <a:off x="3151981" y="1550195"/>
            <a:ext cx="1905" cy="2590800"/>
          </a:xfrm>
          <a:custGeom>
            <a:rect b="b" l="l" r="r" t="t"/>
            <a:pathLst>
              <a:path extrusionOk="0" h="2590800" w="1905">
                <a:moveTo>
                  <a:pt x="1588" y="0"/>
                </a:moveTo>
                <a:lnTo>
                  <a:pt x="0" y="2590799"/>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54"/>
          <p:cNvSpPr/>
          <p:nvPr/>
        </p:nvSpPr>
        <p:spPr>
          <a:xfrm>
            <a:off x="5990431" y="1550195"/>
            <a:ext cx="1909" cy="2590800"/>
          </a:xfrm>
          <a:custGeom>
            <a:rect b="b" l="l" r="r" t="t"/>
            <a:pathLst>
              <a:path extrusionOk="0" h="2590800" w="1904">
                <a:moveTo>
                  <a:pt x="1587" y="0"/>
                </a:moveTo>
                <a:lnTo>
                  <a:pt x="0" y="2590799"/>
                </a:lnTo>
              </a:path>
            </a:pathLst>
          </a:custGeom>
          <a:noFill/>
          <a:ln cap="flat" cmpd="sng" w="7150">
            <a:solidFill>
              <a:srgbClr val="91919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54"/>
          <p:cNvSpPr txBox="1"/>
          <p:nvPr/>
        </p:nvSpPr>
        <p:spPr>
          <a:xfrm>
            <a:off x="649050" y="3250692"/>
            <a:ext cx="2124600" cy="628500"/>
          </a:xfrm>
          <a:prstGeom prst="rect">
            <a:avLst/>
          </a:prstGeom>
          <a:noFill/>
          <a:ln>
            <a:noFill/>
          </a:ln>
        </p:spPr>
        <p:txBody>
          <a:bodyPr anchorCtr="0" anchor="t" bIns="0" lIns="0" spcFirstLastPara="1" rIns="0" wrap="square" tIns="27950">
            <a:spAutoFit/>
          </a:bodyPr>
          <a:lstStyle/>
          <a:p>
            <a:pPr indent="-482600" lvl="0" marL="495300" marR="0" rtl="0" algn="l">
              <a:lnSpc>
                <a:spcPct val="116666"/>
              </a:lnSpc>
              <a:spcBef>
                <a:spcPts val="0"/>
              </a:spcBef>
              <a:spcAft>
                <a:spcPts val="0"/>
              </a:spcAft>
              <a:buNone/>
            </a:pPr>
            <a:r>
              <a:rPr lang="en" sz="1800">
                <a:solidFill>
                  <a:schemeClr val="dk1"/>
                </a:solidFill>
                <a:latin typeface="Georgia"/>
                <a:ea typeface="Georgia"/>
                <a:cs typeface="Georgia"/>
                <a:sym typeface="Georgia"/>
              </a:rPr>
              <a:t>ImageNet becomes a benchmark</a:t>
            </a:r>
            <a:endParaRPr sz="1800">
              <a:solidFill>
                <a:schemeClr val="dk1"/>
              </a:solidFill>
              <a:latin typeface="Georgia"/>
              <a:ea typeface="Georgia"/>
              <a:cs typeface="Georgia"/>
              <a:sym typeface="Georgia"/>
            </a:endParaRPr>
          </a:p>
        </p:txBody>
      </p:sp>
      <p:pic>
        <p:nvPicPr>
          <p:cNvPr id="460" name="Google Shape;460;p54"/>
          <p:cNvPicPr preferRelativeResize="0"/>
          <p:nvPr/>
        </p:nvPicPr>
        <p:blipFill rotWithShape="1">
          <a:blip r:embed="rId3">
            <a:alphaModFix/>
          </a:blip>
          <a:srcRect b="0" l="0" r="0" t="0"/>
          <a:stretch/>
        </p:blipFill>
        <p:spPr>
          <a:xfrm>
            <a:off x="1127705" y="1792334"/>
            <a:ext cx="1162047" cy="1177847"/>
          </a:xfrm>
          <a:prstGeom prst="rect">
            <a:avLst/>
          </a:prstGeom>
          <a:noFill/>
          <a:ln>
            <a:noFill/>
          </a:ln>
        </p:spPr>
      </p:pic>
      <p:sp>
        <p:nvSpPr>
          <p:cNvPr id="461" name="Google Shape;461;p54"/>
          <p:cNvSpPr txBox="1"/>
          <p:nvPr/>
        </p:nvSpPr>
        <p:spPr>
          <a:xfrm>
            <a:off x="6347501" y="3116918"/>
            <a:ext cx="2253600" cy="841200"/>
          </a:xfrm>
          <a:prstGeom prst="rect">
            <a:avLst/>
          </a:prstGeom>
          <a:noFill/>
          <a:ln>
            <a:noFill/>
          </a:ln>
        </p:spPr>
        <p:txBody>
          <a:bodyPr anchorCtr="0" anchor="t" bIns="0" lIns="0" spcFirstLastPara="1" rIns="0" wrap="square" tIns="13975">
            <a:spAutoFit/>
          </a:bodyPr>
          <a:lstStyle/>
          <a:p>
            <a:pPr indent="0" lvl="0" marL="12700" marR="0" rtl="0" algn="ctr">
              <a:lnSpc>
                <a:spcPct val="99500"/>
              </a:lnSpc>
              <a:spcBef>
                <a:spcPts val="0"/>
              </a:spcBef>
              <a:spcAft>
                <a:spcPts val="0"/>
              </a:spcAft>
              <a:buNone/>
            </a:pPr>
            <a:r>
              <a:rPr lang="en" sz="1800">
                <a:solidFill>
                  <a:schemeClr val="dk1"/>
                </a:solidFill>
                <a:latin typeface="Georgia"/>
                <a:ea typeface="Georgia"/>
                <a:cs typeface="Georgia"/>
                <a:sym typeface="Georgia"/>
              </a:rPr>
              <a:t>Machine learning advances and changes dramatically</a:t>
            </a:r>
            <a:endParaRPr sz="1800">
              <a:solidFill>
                <a:schemeClr val="dk1"/>
              </a:solidFill>
              <a:latin typeface="Georgia"/>
              <a:ea typeface="Georgia"/>
              <a:cs typeface="Georgia"/>
              <a:sym typeface="Georgia"/>
            </a:endParaRPr>
          </a:p>
        </p:txBody>
      </p:sp>
      <p:pic>
        <p:nvPicPr>
          <p:cNvPr id="462" name="Google Shape;462;p54"/>
          <p:cNvPicPr preferRelativeResize="0"/>
          <p:nvPr/>
        </p:nvPicPr>
        <p:blipFill rotWithShape="1">
          <a:blip r:embed="rId4">
            <a:alphaModFix/>
          </a:blip>
          <a:srcRect b="0" l="0" r="0" t="0"/>
          <a:stretch/>
        </p:blipFill>
        <p:spPr>
          <a:xfrm>
            <a:off x="6774351" y="1550195"/>
            <a:ext cx="1394578" cy="1394577"/>
          </a:xfrm>
          <a:prstGeom prst="rect">
            <a:avLst/>
          </a:prstGeom>
          <a:noFill/>
          <a:ln>
            <a:noFill/>
          </a:ln>
        </p:spPr>
      </p:pic>
      <p:pic>
        <p:nvPicPr>
          <p:cNvPr id="463" name="Google Shape;463;p54"/>
          <p:cNvPicPr preferRelativeResize="0"/>
          <p:nvPr/>
        </p:nvPicPr>
        <p:blipFill rotWithShape="1">
          <a:blip r:embed="rId5">
            <a:alphaModFix/>
          </a:blip>
          <a:srcRect b="0" l="0" r="0" t="0"/>
          <a:stretch/>
        </p:blipFill>
        <p:spPr>
          <a:xfrm>
            <a:off x="3821546" y="1669549"/>
            <a:ext cx="1293088" cy="1298896"/>
          </a:xfrm>
          <a:prstGeom prst="rect">
            <a:avLst/>
          </a:prstGeom>
          <a:noFill/>
          <a:ln>
            <a:noFill/>
          </a:ln>
        </p:spPr>
      </p:pic>
      <p:sp>
        <p:nvSpPr>
          <p:cNvPr id="464" name="Google Shape;464;p54"/>
          <p:cNvSpPr txBox="1"/>
          <p:nvPr/>
        </p:nvSpPr>
        <p:spPr>
          <a:xfrm>
            <a:off x="3665593" y="3219538"/>
            <a:ext cx="1845900" cy="628500"/>
          </a:xfrm>
          <a:prstGeom prst="rect">
            <a:avLst/>
          </a:prstGeom>
          <a:noFill/>
          <a:ln>
            <a:noFill/>
          </a:ln>
        </p:spPr>
        <p:txBody>
          <a:bodyPr anchorCtr="0" anchor="t" bIns="0" lIns="0" spcFirstLastPara="1" rIns="0" wrap="square" tIns="27950">
            <a:spAutoFit/>
          </a:bodyPr>
          <a:lstStyle/>
          <a:p>
            <a:pPr indent="25400" lvl="0" marL="12700" marR="0" rtl="0" algn="l">
              <a:lnSpc>
                <a:spcPct val="116666"/>
              </a:lnSpc>
              <a:spcBef>
                <a:spcPts val="0"/>
              </a:spcBef>
              <a:spcAft>
                <a:spcPts val="0"/>
              </a:spcAft>
              <a:buNone/>
            </a:pPr>
            <a:r>
              <a:rPr lang="en" sz="1800">
                <a:solidFill>
                  <a:schemeClr val="dk1"/>
                </a:solidFill>
                <a:latin typeface="Georgia"/>
                <a:ea typeface="Georgia"/>
                <a:cs typeface="Georgia"/>
                <a:sym typeface="Georgia"/>
              </a:rPr>
              <a:t>Breakthroughs in object recognition</a:t>
            </a:r>
            <a:endParaRPr sz="1800">
              <a:solidFill>
                <a:schemeClr val="dk1"/>
              </a:solidFill>
              <a:latin typeface="Georgia"/>
              <a:ea typeface="Georgia"/>
              <a:cs typeface="Georgia"/>
              <a:sym typeface="Georgia"/>
            </a:endParaRPr>
          </a:p>
        </p:txBody>
      </p:sp>
      <p:sp>
        <p:nvSpPr>
          <p:cNvPr id="465" name="Google Shape;465;p54"/>
          <p:cNvSpPr txBox="1"/>
          <p:nvPr/>
        </p:nvSpPr>
        <p:spPr>
          <a:xfrm>
            <a:off x="3706595" y="623455"/>
            <a:ext cx="17307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3000">
                <a:solidFill>
                  <a:schemeClr val="dk1"/>
                </a:solidFill>
                <a:latin typeface="Calibri"/>
                <a:ea typeface="Calibri"/>
                <a:cs typeface="Calibri"/>
                <a:sym typeface="Calibri"/>
              </a:rPr>
              <a:t>Outcomes</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5"/>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What if measure of success less clear?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6"/>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What if measure of success less clear?</a:t>
            </a:r>
            <a:endParaRPr/>
          </a:p>
        </p:txBody>
      </p:sp>
      <p:pic>
        <p:nvPicPr>
          <p:cNvPr id="476" name="Google Shape;476;p56"/>
          <p:cNvPicPr preferRelativeResize="0"/>
          <p:nvPr/>
        </p:nvPicPr>
        <p:blipFill>
          <a:blip r:embed="rId3">
            <a:alphaModFix/>
          </a:blip>
          <a:stretch>
            <a:fillRect/>
          </a:stretch>
        </p:blipFill>
        <p:spPr>
          <a:xfrm>
            <a:off x="2871863" y="1246576"/>
            <a:ext cx="3497525" cy="2144825"/>
          </a:xfrm>
          <a:prstGeom prst="rect">
            <a:avLst/>
          </a:prstGeom>
          <a:noFill/>
          <a:ln>
            <a:noFill/>
          </a:ln>
        </p:spPr>
      </p:pic>
      <p:sp>
        <p:nvSpPr>
          <p:cNvPr id="477" name="Google Shape;477;p56"/>
          <p:cNvSpPr txBox="1"/>
          <p:nvPr/>
        </p:nvSpPr>
        <p:spPr>
          <a:xfrm>
            <a:off x="2271275" y="3897300"/>
            <a:ext cx="5090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3F3F3F"/>
                </a:solidFill>
              </a:rPr>
              <a:t>Describe everything that is in this image</a:t>
            </a:r>
            <a:endParaRPr sz="2100">
              <a:solidFill>
                <a:srgbClr val="3F3F3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7"/>
          <p:cNvSpPr txBox="1"/>
          <p:nvPr>
            <p:ph type="title"/>
          </p:nvPr>
        </p:nvSpPr>
        <p:spPr>
          <a:xfrm>
            <a:off x="184693" y="256654"/>
            <a:ext cx="6543900" cy="38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91666"/>
              <a:buFont typeface="Calibri"/>
              <a:buNone/>
            </a:pPr>
            <a:r>
              <a:rPr lang="en"/>
              <a:t>Case Study: Image Captioning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grpSp>
        <p:nvGrpSpPr>
          <p:cNvPr id="487" name="Google Shape;487;p58"/>
          <p:cNvGrpSpPr/>
          <p:nvPr/>
        </p:nvGrpSpPr>
        <p:grpSpPr>
          <a:xfrm>
            <a:off x="154705" y="129131"/>
            <a:ext cx="4208756" cy="1361765"/>
            <a:chOff x="13227043" y="7912379"/>
            <a:chExt cx="9173400" cy="2831700"/>
          </a:xfrm>
        </p:grpSpPr>
        <p:sp>
          <p:nvSpPr>
            <p:cNvPr id="488" name="Google Shape;488;p58"/>
            <p:cNvSpPr/>
            <p:nvPr/>
          </p:nvSpPr>
          <p:spPr>
            <a:xfrm>
              <a:off x="13227043" y="7912379"/>
              <a:ext cx="9173400" cy="2831700"/>
            </a:xfrm>
            <a:prstGeom prst="rect">
              <a:avLst/>
            </a:prstGeom>
            <a:solidFill>
              <a:srgbClr val="1B212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rgbClr val="FFFFFF"/>
                </a:solidFill>
                <a:latin typeface="Calibri"/>
                <a:ea typeface="Calibri"/>
                <a:cs typeface="Calibri"/>
                <a:sym typeface="Calibri"/>
              </a:endParaRPr>
            </a:p>
          </p:txBody>
        </p:sp>
        <p:pic>
          <p:nvPicPr>
            <p:cNvPr id="489" name="Google Shape;489;p58"/>
            <p:cNvPicPr preferRelativeResize="0"/>
            <p:nvPr/>
          </p:nvPicPr>
          <p:blipFill rotWithShape="1">
            <a:blip r:embed="rId3">
              <a:alphaModFix/>
            </a:blip>
            <a:srcRect b="0" l="0" r="0" t="0"/>
            <a:stretch/>
          </p:blipFill>
          <p:spPr>
            <a:xfrm>
              <a:off x="13227043" y="7912379"/>
              <a:ext cx="8835711" cy="2733349"/>
            </a:xfrm>
            <a:prstGeom prst="rect">
              <a:avLst/>
            </a:prstGeom>
            <a:noFill/>
            <a:ln>
              <a:noFill/>
            </a:ln>
          </p:spPr>
        </p:pic>
      </p:grpSp>
      <p:sp>
        <p:nvSpPr>
          <p:cNvPr id="490" name="Google Shape;490;p58"/>
          <p:cNvSpPr/>
          <p:nvPr/>
        </p:nvSpPr>
        <p:spPr>
          <a:xfrm>
            <a:off x="745706" y="2633864"/>
            <a:ext cx="5522400" cy="762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2300">
                <a:solidFill>
                  <a:srgbClr val="292C2F"/>
                </a:solidFill>
                <a:latin typeface="Helvetica Neue"/>
                <a:ea typeface="Helvetica Neue"/>
                <a:cs typeface="Helvetica Neue"/>
                <a:sym typeface="Helvetica Neue"/>
              </a:rPr>
              <a:t>160,000 images</a:t>
            </a:r>
            <a:endParaRPr sz="1100"/>
          </a:p>
          <a:p>
            <a:pPr indent="0" lvl="0" marL="0" marR="0" rtl="0" algn="l">
              <a:spcBef>
                <a:spcPts val="0"/>
              </a:spcBef>
              <a:spcAft>
                <a:spcPts val="0"/>
              </a:spcAft>
              <a:buNone/>
            </a:pPr>
            <a:r>
              <a:rPr lang="en" sz="2300">
                <a:solidFill>
                  <a:srgbClr val="292C2F"/>
                </a:solidFill>
                <a:latin typeface="Helvetica Neue"/>
                <a:ea typeface="Helvetica Neue"/>
                <a:cs typeface="Helvetica Neue"/>
                <a:sym typeface="Helvetica Neue"/>
              </a:rPr>
              <a:t>5 captions per image</a:t>
            </a:r>
            <a:endParaRPr sz="1100"/>
          </a:p>
        </p:txBody>
      </p:sp>
      <p:pic>
        <p:nvPicPr>
          <p:cNvPr id="491" name="Google Shape;491;p58"/>
          <p:cNvPicPr preferRelativeResize="0"/>
          <p:nvPr/>
        </p:nvPicPr>
        <p:blipFill rotWithShape="1">
          <a:blip r:embed="rId4">
            <a:alphaModFix/>
          </a:blip>
          <a:srcRect b="0" l="0" r="0" t="0"/>
          <a:stretch/>
        </p:blipFill>
        <p:spPr>
          <a:xfrm>
            <a:off x="5010764" y="786512"/>
            <a:ext cx="3451122" cy="2759006"/>
          </a:xfrm>
          <a:prstGeom prst="rect">
            <a:avLst/>
          </a:prstGeom>
          <a:noFill/>
          <a:ln cap="flat" cmpd="sng" w="42875">
            <a:solidFill>
              <a:schemeClr val="lt1"/>
            </a:solidFill>
            <a:prstDash val="solid"/>
            <a:round/>
            <a:headEnd len="sm" w="sm" type="none"/>
            <a:tailEnd len="sm" w="sm" type="none"/>
          </a:ln>
        </p:spPr>
      </p:pic>
      <p:sp>
        <p:nvSpPr>
          <p:cNvPr id="492" name="Google Shape;492;p58"/>
          <p:cNvSpPr txBox="1"/>
          <p:nvPr/>
        </p:nvSpPr>
        <p:spPr>
          <a:xfrm>
            <a:off x="4716709" y="3754509"/>
            <a:ext cx="4342500" cy="923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 sz="1200">
                <a:solidFill>
                  <a:srgbClr val="292C2F"/>
                </a:solidFill>
                <a:latin typeface="Helvetica Neue"/>
                <a:ea typeface="Helvetica Neue"/>
                <a:cs typeface="Helvetica Neue"/>
                <a:sym typeface="Helvetica Neue"/>
              </a:rPr>
              <a:t>A man checking out a parked black scooter.</a:t>
            </a:r>
            <a:endParaRPr sz="1100"/>
          </a:p>
          <a:p>
            <a:pPr indent="0" lvl="0" marL="0" marR="0" rtl="0" algn="l">
              <a:spcBef>
                <a:spcPts val="0"/>
              </a:spcBef>
              <a:spcAft>
                <a:spcPts val="0"/>
              </a:spcAft>
              <a:buNone/>
            </a:pPr>
            <a:r>
              <a:rPr lang="en" sz="1200">
                <a:solidFill>
                  <a:srgbClr val="292C2F"/>
                </a:solidFill>
                <a:latin typeface="Helvetica Neue"/>
                <a:ea typeface="Helvetica Neue"/>
                <a:cs typeface="Helvetica Neue"/>
                <a:sym typeface="Helvetica Neue"/>
              </a:rPr>
              <a:t>A person standing near a small motorcycle on a city street.</a:t>
            </a:r>
            <a:endParaRPr sz="1100"/>
          </a:p>
          <a:p>
            <a:pPr indent="0" lvl="0" marL="0" marR="0" rtl="0" algn="l">
              <a:spcBef>
                <a:spcPts val="0"/>
              </a:spcBef>
              <a:spcAft>
                <a:spcPts val="0"/>
              </a:spcAft>
              <a:buNone/>
            </a:pPr>
            <a:r>
              <a:rPr lang="en" sz="1200">
                <a:solidFill>
                  <a:srgbClr val="292C2F"/>
                </a:solidFill>
                <a:latin typeface="Helvetica Neue"/>
                <a:ea typeface="Helvetica Neue"/>
                <a:cs typeface="Helvetica Neue"/>
                <a:sym typeface="Helvetica Neue"/>
              </a:rPr>
              <a:t>A man in a white shirt is looking at a three wheeled motorcycle.</a:t>
            </a:r>
            <a:endParaRPr sz="1100"/>
          </a:p>
          <a:p>
            <a:pPr indent="0" lvl="0" marL="0" marR="0" rtl="0" algn="l">
              <a:spcBef>
                <a:spcPts val="0"/>
              </a:spcBef>
              <a:spcAft>
                <a:spcPts val="0"/>
              </a:spcAft>
              <a:buNone/>
            </a:pPr>
            <a:r>
              <a:rPr lang="en" sz="1200">
                <a:solidFill>
                  <a:srgbClr val="292C2F"/>
                </a:solidFill>
                <a:latin typeface="Helvetica Neue"/>
                <a:ea typeface="Helvetica Neue"/>
                <a:cs typeface="Helvetica Neue"/>
                <a:sym typeface="Helvetica Neue"/>
              </a:rPr>
              <a:t>A man looks down at two low riding motor bikes.</a:t>
            </a:r>
            <a:endParaRPr sz="1100"/>
          </a:p>
          <a:p>
            <a:pPr indent="0" lvl="0" marL="0" marR="0" rtl="0" algn="l">
              <a:spcBef>
                <a:spcPts val="0"/>
              </a:spcBef>
              <a:spcAft>
                <a:spcPts val="0"/>
              </a:spcAft>
              <a:buNone/>
            </a:pPr>
            <a:r>
              <a:rPr lang="en" sz="1200">
                <a:solidFill>
                  <a:srgbClr val="292C2F"/>
                </a:solidFill>
                <a:latin typeface="Helvetica Neue"/>
                <a:ea typeface="Helvetica Neue"/>
                <a:cs typeface="Helvetica Neue"/>
                <a:sym typeface="Helvetica Neue"/>
              </a:rPr>
              <a:t>A guy staring at a weird looking bike.</a:t>
            </a:r>
            <a:endParaRPr sz="1100"/>
          </a:p>
        </p:txBody>
      </p:sp>
      <p:sp>
        <p:nvSpPr>
          <p:cNvPr id="493" name="Google Shape;493;p58"/>
          <p:cNvSpPr txBox="1"/>
          <p:nvPr/>
        </p:nvSpPr>
        <p:spPr>
          <a:xfrm>
            <a:off x="154702" y="4785500"/>
            <a:ext cx="2733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Slide credit: Larry Zitnick</a:t>
            </a:r>
            <a:endParaRPr sz="14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9"/>
          <p:cNvSpPr txBox="1"/>
          <p:nvPr>
            <p:ph type="title"/>
          </p:nvPr>
        </p:nvSpPr>
        <p:spPr>
          <a:xfrm>
            <a:off x="184693" y="256654"/>
            <a:ext cx="6543900" cy="38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91666"/>
              <a:buFont typeface="Calibri"/>
              <a:buNone/>
            </a:pPr>
            <a:r>
              <a:rPr lang="en"/>
              <a:t>Evaluation: </a:t>
            </a:r>
            <a:endParaRPr/>
          </a:p>
        </p:txBody>
      </p:sp>
      <p:pic>
        <p:nvPicPr>
          <p:cNvPr id="499" name="Google Shape;499;p59" title="Screenshot 2026-02-22 at 10.15.11 AM.png"/>
          <p:cNvPicPr preferRelativeResize="0"/>
          <p:nvPr/>
        </p:nvPicPr>
        <p:blipFill>
          <a:blip r:embed="rId3">
            <a:alphaModFix/>
          </a:blip>
          <a:stretch>
            <a:fillRect/>
          </a:stretch>
        </p:blipFill>
        <p:spPr>
          <a:xfrm>
            <a:off x="682650" y="1042849"/>
            <a:ext cx="7595628" cy="35567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0"/>
          <p:cNvSpPr txBox="1"/>
          <p:nvPr>
            <p:ph type="title"/>
          </p:nvPr>
        </p:nvSpPr>
        <p:spPr>
          <a:xfrm>
            <a:off x="193518" y="168279"/>
            <a:ext cx="6543900" cy="38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91666"/>
              <a:buFont typeface="Calibri"/>
              <a:buNone/>
            </a:pPr>
            <a:r>
              <a:rPr lang="en"/>
              <a:t>Timeline</a:t>
            </a:r>
            <a:endParaRPr/>
          </a:p>
        </p:txBody>
      </p:sp>
      <p:sp>
        <p:nvSpPr>
          <p:cNvPr id="505" name="Google Shape;505;p60"/>
          <p:cNvSpPr txBox="1"/>
          <p:nvPr>
            <p:ph idx="1" type="body"/>
          </p:nvPr>
        </p:nvSpPr>
        <p:spPr>
          <a:xfrm>
            <a:off x="1301981" y="1423336"/>
            <a:ext cx="1389900" cy="7476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90000"/>
              </a:lnSpc>
              <a:spcBef>
                <a:spcPts val="0"/>
              </a:spcBef>
              <a:spcAft>
                <a:spcPts val="0"/>
              </a:spcAft>
              <a:buClr>
                <a:schemeClr val="dk1"/>
              </a:buClr>
              <a:buSzPts val="1800"/>
              <a:buNone/>
            </a:pPr>
            <a:r>
              <a:rPr lang="en" sz="1800"/>
              <a:t>August, 2014</a:t>
            </a:r>
            <a:endParaRPr/>
          </a:p>
          <a:p>
            <a:pPr indent="0" lvl="0" marL="0" rtl="0" algn="l">
              <a:lnSpc>
                <a:spcPct val="90000"/>
              </a:lnSpc>
              <a:spcBef>
                <a:spcPts val="800"/>
              </a:spcBef>
              <a:spcAft>
                <a:spcPts val="200"/>
              </a:spcAft>
              <a:buClr>
                <a:schemeClr val="dk1"/>
              </a:buClr>
              <a:buSzPts val="1800"/>
              <a:buNone/>
            </a:pPr>
            <a:r>
              <a:t/>
            </a:r>
            <a:endParaRPr sz="1800"/>
          </a:p>
        </p:txBody>
      </p:sp>
      <p:cxnSp>
        <p:nvCxnSpPr>
          <p:cNvPr id="506" name="Google Shape;506;p60"/>
          <p:cNvCxnSpPr/>
          <p:nvPr/>
        </p:nvCxnSpPr>
        <p:spPr>
          <a:xfrm>
            <a:off x="1780162" y="1872575"/>
            <a:ext cx="5607900" cy="0"/>
          </a:xfrm>
          <a:prstGeom prst="straightConnector1">
            <a:avLst/>
          </a:prstGeom>
          <a:noFill/>
          <a:ln cap="flat" cmpd="sng" w="42875">
            <a:solidFill>
              <a:schemeClr val="accent1"/>
            </a:solidFill>
            <a:prstDash val="solid"/>
            <a:miter lim="800000"/>
            <a:headEnd len="sm" w="sm" type="none"/>
            <a:tailEnd len="sm" w="sm" type="none"/>
          </a:ln>
        </p:spPr>
      </p:cxnSp>
      <p:sp>
        <p:nvSpPr>
          <p:cNvPr id="507" name="Google Shape;507;p60"/>
          <p:cNvSpPr/>
          <p:nvPr/>
        </p:nvSpPr>
        <p:spPr>
          <a:xfrm>
            <a:off x="1704772" y="1797185"/>
            <a:ext cx="150900" cy="150900"/>
          </a:xfrm>
          <a:prstGeom prst="ellipse">
            <a:avLst/>
          </a:prstGeom>
          <a:solidFill>
            <a:schemeClr val="accent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08" name="Google Shape;508;p60"/>
          <p:cNvSpPr txBox="1"/>
          <p:nvPr/>
        </p:nvSpPr>
        <p:spPr>
          <a:xfrm>
            <a:off x="2134036" y="2620274"/>
            <a:ext cx="5254200" cy="11310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lang="en" sz="2100">
                <a:solidFill>
                  <a:srgbClr val="000000"/>
                </a:solidFill>
                <a:latin typeface="Calibri"/>
                <a:ea typeface="Calibri"/>
                <a:cs typeface="Calibri"/>
                <a:sym typeface="Calibri"/>
              </a:rPr>
              <a:t>120,000 images x 5 captions per image = </a:t>
            </a:r>
            <a:endParaRPr sz="1100"/>
          </a:p>
          <a:p>
            <a:pPr indent="0" lvl="0" marL="0" marR="0" rtl="0" algn="l">
              <a:lnSpc>
                <a:spcPct val="90000"/>
              </a:lnSpc>
              <a:spcBef>
                <a:spcPts val="800"/>
              </a:spcBef>
              <a:spcAft>
                <a:spcPts val="0"/>
              </a:spcAft>
              <a:buClr>
                <a:srgbClr val="000000"/>
              </a:buClr>
              <a:buSzPts val="2100"/>
              <a:buFont typeface="Arial"/>
              <a:buNone/>
            </a:pPr>
            <a:r>
              <a:rPr lang="en" sz="2100">
                <a:solidFill>
                  <a:srgbClr val="000000"/>
                </a:solidFill>
                <a:latin typeface="Calibri"/>
                <a:ea typeface="Calibri"/>
                <a:cs typeface="Calibri"/>
                <a:sym typeface="Calibri"/>
              </a:rPr>
              <a:t>  600,000 captions</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61"/>
          <p:cNvPicPr preferRelativeResize="0"/>
          <p:nvPr/>
        </p:nvPicPr>
        <p:blipFill rotWithShape="1">
          <a:blip r:embed="rId3">
            <a:alphaModFix/>
          </a:blip>
          <a:srcRect b="0" l="0" r="0" t="0"/>
          <a:stretch/>
        </p:blipFill>
        <p:spPr>
          <a:xfrm>
            <a:off x="1780163" y="3031533"/>
            <a:ext cx="763013" cy="763013"/>
          </a:xfrm>
          <a:prstGeom prst="rect">
            <a:avLst/>
          </a:prstGeom>
          <a:noFill/>
          <a:ln>
            <a:noFill/>
          </a:ln>
        </p:spPr>
      </p:pic>
      <p:pic>
        <p:nvPicPr>
          <p:cNvPr id="514" name="Google Shape;514;p61"/>
          <p:cNvPicPr preferRelativeResize="0"/>
          <p:nvPr/>
        </p:nvPicPr>
        <p:blipFill rotWithShape="1">
          <a:blip r:embed="rId4">
            <a:alphaModFix/>
          </a:blip>
          <a:srcRect b="0" l="0" r="0" t="0"/>
          <a:stretch/>
        </p:blipFill>
        <p:spPr>
          <a:xfrm>
            <a:off x="5962127" y="2600662"/>
            <a:ext cx="812378" cy="812378"/>
          </a:xfrm>
          <a:prstGeom prst="rect">
            <a:avLst/>
          </a:prstGeom>
          <a:noFill/>
          <a:ln>
            <a:noFill/>
          </a:ln>
        </p:spPr>
      </p:pic>
      <p:sp>
        <p:nvSpPr>
          <p:cNvPr id="515" name="Google Shape;515;p61"/>
          <p:cNvSpPr txBox="1"/>
          <p:nvPr>
            <p:ph type="title"/>
          </p:nvPr>
        </p:nvSpPr>
        <p:spPr>
          <a:xfrm>
            <a:off x="405283" y="106099"/>
            <a:ext cx="59151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The Great Freak Out</a:t>
            </a:r>
            <a:endParaRPr/>
          </a:p>
        </p:txBody>
      </p:sp>
      <p:sp>
        <p:nvSpPr>
          <p:cNvPr id="516" name="Google Shape;516;p61"/>
          <p:cNvSpPr txBox="1"/>
          <p:nvPr/>
        </p:nvSpPr>
        <p:spPr>
          <a:xfrm>
            <a:off x="2743277" y="1427309"/>
            <a:ext cx="962400" cy="4950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800"/>
              <a:buFont typeface="Arial"/>
              <a:buNone/>
            </a:pPr>
            <a:r>
              <a:rPr lang="en" sz="1800">
                <a:solidFill>
                  <a:srgbClr val="000000"/>
                </a:solidFill>
                <a:latin typeface="Calibri"/>
                <a:ea typeface="Calibri"/>
                <a:cs typeface="Calibri"/>
                <a:sym typeface="Calibri"/>
              </a:rPr>
              <a:t>October</a:t>
            </a:r>
            <a:endParaRPr sz="1100"/>
          </a:p>
        </p:txBody>
      </p:sp>
      <p:sp>
        <p:nvSpPr>
          <p:cNvPr id="517" name="Google Shape;517;p61"/>
          <p:cNvSpPr/>
          <p:nvPr/>
        </p:nvSpPr>
        <p:spPr>
          <a:xfrm>
            <a:off x="6320308" y="2187798"/>
            <a:ext cx="995100" cy="478200"/>
          </a:xfrm>
          <a:prstGeom prst="wedgeRoundRectCallout">
            <a:avLst>
              <a:gd fmla="val -30546" name="adj1"/>
              <a:gd fmla="val 79667" name="adj2"/>
              <a:gd fmla="val 16667" name="adj3"/>
            </a:avLst>
          </a:prstGeom>
          <a:no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rgbClr val="000000"/>
                </a:solidFill>
                <a:latin typeface="Calibri"/>
                <a:ea typeface="Calibri"/>
                <a:cs typeface="Calibri"/>
                <a:sym typeface="Calibri"/>
              </a:rPr>
              <a:t>It works!!!</a:t>
            </a:r>
            <a:endParaRPr sz="1100"/>
          </a:p>
        </p:txBody>
      </p:sp>
      <p:sp>
        <p:nvSpPr>
          <p:cNvPr id="518" name="Google Shape;518;p61"/>
          <p:cNvSpPr/>
          <p:nvPr/>
        </p:nvSpPr>
        <p:spPr>
          <a:xfrm>
            <a:off x="2092818" y="2514599"/>
            <a:ext cx="1368300" cy="478200"/>
          </a:xfrm>
          <a:prstGeom prst="wedgeRoundRectCallout">
            <a:avLst>
              <a:gd fmla="val -30546" name="adj1"/>
              <a:gd fmla="val 79667" name="adj2"/>
              <a:gd fmla="val 16667" name="adj3"/>
            </a:avLst>
          </a:prstGeom>
          <a:no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rgbClr val="000000"/>
                </a:solidFill>
                <a:latin typeface="Calibri"/>
                <a:ea typeface="Calibri"/>
                <a:cs typeface="Calibri"/>
                <a:sym typeface="Calibri"/>
              </a:rPr>
              <a:t>I can’t believe it works!!!</a:t>
            </a:r>
            <a:endParaRPr sz="1100"/>
          </a:p>
        </p:txBody>
      </p:sp>
      <p:sp>
        <p:nvSpPr>
          <p:cNvPr id="519" name="Google Shape;519;p61"/>
          <p:cNvSpPr txBox="1"/>
          <p:nvPr>
            <p:ph idx="1" type="body"/>
          </p:nvPr>
        </p:nvSpPr>
        <p:spPr>
          <a:xfrm>
            <a:off x="1301981" y="1423336"/>
            <a:ext cx="1389900" cy="7476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90000"/>
              </a:lnSpc>
              <a:spcBef>
                <a:spcPts val="0"/>
              </a:spcBef>
              <a:spcAft>
                <a:spcPts val="0"/>
              </a:spcAft>
              <a:buClr>
                <a:schemeClr val="dk1"/>
              </a:buClr>
              <a:buSzPts val="1800"/>
              <a:buNone/>
            </a:pPr>
            <a:r>
              <a:rPr lang="en" sz="1800"/>
              <a:t>August, 2014</a:t>
            </a:r>
            <a:endParaRPr/>
          </a:p>
          <a:p>
            <a:pPr indent="0" lvl="0" marL="0" rtl="0" algn="l">
              <a:lnSpc>
                <a:spcPct val="90000"/>
              </a:lnSpc>
              <a:spcBef>
                <a:spcPts val="800"/>
              </a:spcBef>
              <a:spcAft>
                <a:spcPts val="200"/>
              </a:spcAft>
              <a:buClr>
                <a:schemeClr val="dk1"/>
              </a:buClr>
              <a:buSzPts val="1800"/>
              <a:buNone/>
            </a:pPr>
            <a:r>
              <a:t/>
            </a:r>
            <a:endParaRPr sz="1800"/>
          </a:p>
        </p:txBody>
      </p:sp>
      <p:cxnSp>
        <p:nvCxnSpPr>
          <p:cNvPr id="520" name="Google Shape;520;p61"/>
          <p:cNvCxnSpPr/>
          <p:nvPr/>
        </p:nvCxnSpPr>
        <p:spPr>
          <a:xfrm>
            <a:off x="1780162" y="1872575"/>
            <a:ext cx="5607900" cy="0"/>
          </a:xfrm>
          <a:prstGeom prst="straightConnector1">
            <a:avLst/>
          </a:prstGeom>
          <a:noFill/>
          <a:ln cap="flat" cmpd="sng" w="42875">
            <a:solidFill>
              <a:schemeClr val="accent1"/>
            </a:solidFill>
            <a:prstDash val="solid"/>
            <a:miter lim="800000"/>
            <a:headEnd len="sm" w="sm" type="none"/>
            <a:tailEnd len="sm" w="sm" type="none"/>
          </a:ln>
        </p:spPr>
      </p:cxnSp>
      <p:sp>
        <p:nvSpPr>
          <p:cNvPr id="521" name="Google Shape;521;p61"/>
          <p:cNvSpPr/>
          <p:nvPr/>
        </p:nvSpPr>
        <p:spPr>
          <a:xfrm>
            <a:off x="1704772" y="1797185"/>
            <a:ext cx="150900" cy="150900"/>
          </a:xfrm>
          <a:prstGeom prst="ellipse">
            <a:avLst/>
          </a:prstGeom>
          <a:solidFill>
            <a:schemeClr val="dk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22" name="Google Shape;522;p61"/>
          <p:cNvSpPr/>
          <p:nvPr/>
        </p:nvSpPr>
        <p:spPr>
          <a:xfrm>
            <a:off x="3094688" y="1803789"/>
            <a:ext cx="150900" cy="150900"/>
          </a:xfrm>
          <a:prstGeom prst="ellipse">
            <a:avLst/>
          </a:prstGeom>
          <a:solidFill>
            <a:schemeClr val="accent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pic>
        <p:nvPicPr>
          <p:cNvPr id="523" name="Google Shape;523;p61"/>
          <p:cNvPicPr preferRelativeResize="0"/>
          <p:nvPr/>
        </p:nvPicPr>
        <p:blipFill rotWithShape="1">
          <a:blip r:embed="rId5">
            <a:alphaModFix/>
          </a:blip>
          <a:srcRect b="0" l="0" r="0" t="0"/>
          <a:stretch/>
        </p:blipFill>
        <p:spPr>
          <a:xfrm>
            <a:off x="5308268" y="3843898"/>
            <a:ext cx="885825" cy="1107281"/>
          </a:xfrm>
          <a:prstGeom prst="rect">
            <a:avLst/>
          </a:prstGeom>
          <a:noFill/>
          <a:ln>
            <a:noFill/>
          </a:ln>
        </p:spPr>
      </p:pic>
      <p:sp>
        <p:nvSpPr>
          <p:cNvPr id="524" name="Google Shape;524;p61"/>
          <p:cNvSpPr/>
          <p:nvPr/>
        </p:nvSpPr>
        <p:spPr>
          <a:xfrm>
            <a:off x="4331319" y="3413039"/>
            <a:ext cx="1368300" cy="478200"/>
          </a:xfrm>
          <a:prstGeom prst="wedgeRoundRectCallout">
            <a:avLst>
              <a:gd fmla="val 34748" name="adj1"/>
              <a:gd fmla="val 91788" name="adj2"/>
              <a:gd fmla="val 16667" name="adj3"/>
            </a:avLst>
          </a:prstGeom>
          <a:no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rgbClr val="000000"/>
                </a:solidFill>
                <a:latin typeface="Calibri"/>
                <a:ea typeface="Calibri"/>
                <a:cs typeface="Calibri"/>
                <a:sym typeface="Calibri"/>
              </a:rPr>
              <a:t>This is awesome!!!</a:t>
            </a:r>
            <a:endParaRPr sz="1100"/>
          </a:p>
        </p:txBody>
      </p:sp>
      <p:pic>
        <p:nvPicPr>
          <p:cNvPr id="525" name="Google Shape;525;p61"/>
          <p:cNvPicPr preferRelativeResize="0"/>
          <p:nvPr/>
        </p:nvPicPr>
        <p:blipFill rotWithShape="1">
          <a:blip r:embed="rId6">
            <a:alphaModFix/>
          </a:blip>
          <a:srcRect b="0" l="0" r="0" t="0"/>
          <a:stretch/>
        </p:blipFill>
        <p:spPr>
          <a:xfrm>
            <a:off x="3042788" y="4007796"/>
            <a:ext cx="814229" cy="861080"/>
          </a:xfrm>
          <a:prstGeom prst="rect">
            <a:avLst/>
          </a:prstGeom>
          <a:noFill/>
          <a:ln>
            <a:noFill/>
          </a:ln>
        </p:spPr>
      </p:pic>
      <p:sp>
        <p:nvSpPr>
          <p:cNvPr id="526" name="Google Shape;526;p61"/>
          <p:cNvSpPr/>
          <p:nvPr/>
        </p:nvSpPr>
        <p:spPr>
          <a:xfrm>
            <a:off x="2625118" y="3479937"/>
            <a:ext cx="939300" cy="478200"/>
          </a:xfrm>
          <a:prstGeom prst="wedgeRoundRectCallout">
            <a:avLst>
              <a:gd fmla="val 34748" name="adj1"/>
              <a:gd fmla="val 91788" name="adj2"/>
              <a:gd fmla="val 16667" name="adj3"/>
            </a:avLst>
          </a:prstGeom>
          <a:no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rgbClr val="000000"/>
                </a:solidFill>
                <a:latin typeface="Calibri"/>
                <a:ea typeface="Calibri"/>
                <a:cs typeface="Calibri"/>
                <a:sym typeface="Calibri"/>
              </a:rPr>
              <a:t>Sweet!!!</a:t>
            </a:r>
            <a:endParaRPr sz="1100"/>
          </a:p>
        </p:txBody>
      </p:sp>
      <p:pic>
        <p:nvPicPr>
          <p:cNvPr id="527" name="Google Shape;527;p61"/>
          <p:cNvPicPr preferRelativeResize="0"/>
          <p:nvPr/>
        </p:nvPicPr>
        <p:blipFill rotWithShape="1">
          <a:blip r:embed="rId7">
            <a:alphaModFix/>
          </a:blip>
          <a:srcRect b="0" l="0" r="0" t="0"/>
          <a:stretch/>
        </p:blipFill>
        <p:spPr>
          <a:xfrm>
            <a:off x="4537995" y="2443193"/>
            <a:ext cx="861946" cy="822367"/>
          </a:xfrm>
          <a:prstGeom prst="rect">
            <a:avLst/>
          </a:prstGeom>
          <a:noFill/>
          <a:ln>
            <a:noFill/>
          </a:ln>
        </p:spPr>
      </p:pic>
      <p:sp>
        <p:nvSpPr>
          <p:cNvPr id="528" name="Google Shape;528;p61"/>
          <p:cNvSpPr/>
          <p:nvPr/>
        </p:nvSpPr>
        <p:spPr>
          <a:xfrm>
            <a:off x="3907859" y="2078777"/>
            <a:ext cx="939300" cy="478200"/>
          </a:xfrm>
          <a:prstGeom prst="wedgeRoundRectCallout">
            <a:avLst>
              <a:gd fmla="val 35784" name="adj1"/>
              <a:gd fmla="val 73477" name="adj2"/>
              <a:gd fmla="val 16667" name="adj3"/>
            </a:avLst>
          </a:prstGeom>
          <a:noFill/>
          <a:ln cap="flat" cmpd="sng" w="143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400">
                <a:solidFill>
                  <a:srgbClr val="000000"/>
                </a:solidFill>
                <a:latin typeface="Calibri"/>
                <a:ea typeface="Calibri"/>
                <a:cs typeface="Calibri"/>
                <a:sym typeface="Calibri"/>
              </a:rPr>
              <a:t>Yeesss!</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2"/>
          <p:cNvSpPr txBox="1"/>
          <p:nvPr>
            <p:ph type="title"/>
          </p:nvPr>
        </p:nvSpPr>
        <p:spPr>
          <a:xfrm>
            <a:off x="276360" y="53449"/>
            <a:ext cx="59151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The Reckoning</a:t>
            </a:r>
            <a:endParaRPr/>
          </a:p>
        </p:txBody>
      </p:sp>
      <p:sp>
        <p:nvSpPr>
          <p:cNvPr id="534" name="Google Shape;534;p62"/>
          <p:cNvSpPr txBox="1"/>
          <p:nvPr>
            <p:ph idx="1" type="body"/>
          </p:nvPr>
        </p:nvSpPr>
        <p:spPr>
          <a:xfrm>
            <a:off x="4647956" y="1013982"/>
            <a:ext cx="1412100" cy="4371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200"/>
              </a:spcAft>
              <a:buClr>
                <a:schemeClr val="dk1"/>
              </a:buClr>
              <a:buSzPts val="1800"/>
              <a:buNone/>
            </a:pPr>
            <a:r>
              <a:rPr lang="en" sz="1800"/>
              <a:t>April, 2015</a:t>
            </a:r>
            <a:endParaRPr/>
          </a:p>
        </p:txBody>
      </p:sp>
      <p:sp>
        <p:nvSpPr>
          <p:cNvPr id="535" name="Google Shape;535;p62"/>
          <p:cNvSpPr txBox="1"/>
          <p:nvPr/>
        </p:nvSpPr>
        <p:spPr>
          <a:xfrm>
            <a:off x="2807073" y="1017956"/>
            <a:ext cx="962400" cy="4950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800"/>
              <a:buFont typeface="Arial"/>
              <a:buNone/>
            </a:pPr>
            <a:r>
              <a:rPr lang="en" sz="1800">
                <a:solidFill>
                  <a:srgbClr val="000000"/>
                </a:solidFill>
                <a:latin typeface="Calibri"/>
                <a:ea typeface="Calibri"/>
                <a:cs typeface="Calibri"/>
                <a:sym typeface="Calibri"/>
              </a:rPr>
              <a:t>October</a:t>
            </a:r>
            <a:endParaRPr sz="1100"/>
          </a:p>
        </p:txBody>
      </p:sp>
      <p:sp>
        <p:nvSpPr>
          <p:cNvPr id="536" name="Google Shape;536;p62"/>
          <p:cNvSpPr txBox="1"/>
          <p:nvPr/>
        </p:nvSpPr>
        <p:spPr>
          <a:xfrm>
            <a:off x="1365776" y="1013982"/>
            <a:ext cx="1389900" cy="7476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800"/>
              <a:buFont typeface="Arial"/>
              <a:buNone/>
            </a:pPr>
            <a:r>
              <a:rPr lang="en" sz="1800">
                <a:solidFill>
                  <a:srgbClr val="000000"/>
                </a:solidFill>
                <a:latin typeface="Calibri"/>
                <a:ea typeface="Calibri"/>
                <a:cs typeface="Calibri"/>
                <a:sym typeface="Calibri"/>
              </a:rPr>
              <a:t>August, 2014</a:t>
            </a:r>
            <a:endParaRPr sz="1100"/>
          </a:p>
          <a:p>
            <a:pPr indent="0" lvl="0" marL="0" marR="0" rtl="0" algn="l">
              <a:lnSpc>
                <a:spcPct val="90000"/>
              </a:lnSpc>
              <a:spcBef>
                <a:spcPts val="800"/>
              </a:spcBef>
              <a:spcAft>
                <a:spcPts val="0"/>
              </a:spcAft>
              <a:buClr>
                <a:schemeClr val="dk1"/>
              </a:buClr>
              <a:buSzPts val="1800"/>
              <a:buFont typeface="Arial"/>
              <a:buNone/>
            </a:pPr>
            <a:r>
              <a:t/>
            </a:r>
            <a:endParaRPr sz="1800">
              <a:solidFill>
                <a:srgbClr val="000000"/>
              </a:solidFill>
              <a:latin typeface="Calibri"/>
              <a:ea typeface="Calibri"/>
              <a:cs typeface="Calibri"/>
              <a:sym typeface="Calibri"/>
            </a:endParaRPr>
          </a:p>
        </p:txBody>
      </p:sp>
      <p:cxnSp>
        <p:nvCxnSpPr>
          <p:cNvPr id="537" name="Google Shape;537;p62"/>
          <p:cNvCxnSpPr/>
          <p:nvPr/>
        </p:nvCxnSpPr>
        <p:spPr>
          <a:xfrm>
            <a:off x="1843957" y="1463221"/>
            <a:ext cx="5607900" cy="0"/>
          </a:xfrm>
          <a:prstGeom prst="straightConnector1">
            <a:avLst/>
          </a:prstGeom>
          <a:noFill/>
          <a:ln cap="flat" cmpd="sng" w="42875">
            <a:solidFill>
              <a:schemeClr val="accent1"/>
            </a:solidFill>
            <a:prstDash val="solid"/>
            <a:miter lim="800000"/>
            <a:headEnd len="sm" w="sm" type="none"/>
            <a:tailEnd len="sm" w="sm" type="none"/>
          </a:ln>
        </p:spPr>
      </p:cxnSp>
      <p:sp>
        <p:nvSpPr>
          <p:cNvPr id="538" name="Google Shape;538;p62"/>
          <p:cNvSpPr/>
          <p:nvPr/>
        </p:nvSpPr>
        <p:spPr>
          <a:xfrm>
            <a:off x="1768568" y="1387832"/>
            <a:ext cx="150900" cy="150900"/>
          </a:xfrm>
          <a:prstGeom prst="ellipse">
            <a:avLst/>
          </a:prstGeom>
          <a:solidFill>
            <a:schemeClr val="dk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39" name="Google Shape;539;p62"/>
          <p:cNvSpPr/>
          <p:nvPr/>
        </p:nvSpPr>
        <p:spPr>
          <a:xfrm>
            <a:off x="3158483" y="1394435"/>
            <a:ext cx="150900" cy="150900"/>
          </a:xfrm>
          <a:prstGeom prst="ellipse">
            <a:avLst/>
          </a:prstGeom>
          <a:solidFill>
            <a:schemeClr val="dk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40" name="Google Shape;540;p62"/>
          <p:cNvSpPr/>
          <p:nvPr/>
        </p:nvSpPr>
        <p:spPr>
          <a:xfrm>
            <a:off x="5132798" y="1387832"/>
            <a:ext cx="150900" cy="150900"/>
          </a:xfrm>
          <a:prstGeom prst="ellipse">
            <a:avLst/>
          </a:prstGeom>
          <a:solidFill>
            <a:schemeClr val="accent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pic>
        <p:nvPicPr>
          <p:cNvPr descr="Inline image 1" id="541" name="Google Shape;541;p62"/>
          <p:cNvPicPr preferRelativeResize="0"/>
          <p:nvPr/>
        </p:nvPicPr>
        <p:blipFill rotWithShape="1">
          <a:blip r:embed="rId3">
            <a:alphaModFix/>
          </a:blip>
          <a:srcRect b="0" l="0" r="0" t="0"/>
          <a:stretch/>
        </p:blipFill>
        <p:spPr>
          <a:xfrm>
            <a:off x="1004207" y="1878820"/>
            <a:ext cx="7756740" cy="2824888"/>
          </a:xfrm>
          <a:prstGeom prst="rect">
            <a:avLst/>
          </a:prstGeom>
          <a:noFill/>
          <a:ln>
            <a:noFill/>
          </a:ln>
        </p:spPr>
      </p:pic>
      <p:sp>
        <p:nvSpPr>
          <p:cNvPr id="542" name="Google Shape;542;p62"/>
          <p:cNvSpPr/>
          <p:nvPr/>
        </p:nvSpPr>
        <p:spPr>
          <a:xfrm>
            <a:off x="424543" y="2775858"/>
            <a:ext cx="440700" cy="359400"/>
          </a:xfrm>
          <a:prstGeom prst="rightArrow">
            <a:avLst>
              <a:gd fmla="val 50000" name="adj1"/>
              <a:gd fmla="val 50000" name="adj2"/>
            </a:avLst>
          </a:prstGeom>
          <a:solidFill>
            <a:schemeClr val="accent1"/>
          </a:solidFill>
          <a:ln cap="flat" cmpd="sng" w="9525">
            <a:solidFill>
              <a:srgbClr val="31538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3"/>
          <p:cNvSpPr txBox="1"/>
          <p:nvPr>
            <p:ph type="title"/>
          </p:nvPr>
        </p:nvSpPr>
        <p:spPr>
          <a:xfrm>
            <a:off x="351749" y="18519"/>
            <a:ext cx="59151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The Enlightening</a:t>
            </a:r>
            <a:endParaRPr/>
          </a:p>
        </p:txBody>
      </p:sp>
      <p:sp>
        <p:nvSpPr>
          <p:cNvPr id="548" name="Google Shape;548;p63"/>
          <p:cNvSpPr txBox="1"/>
          <p:nvPr>
            <p:ph idx="1" type="body"/>
          </p:nvPr>
        </p:nvSpPr>
        <p:spPr>
          <a:xfrm>
            <a:off x="6573172" y="997420"/>
            <a:ext cx="1263000" cy="334500"/>
          </a:xfrm>
          <a:prstGeom prst="rect">
            <a:avLst/>
          </a:prstGeom>
          <a:noFill/>
          <a:ln>
            <a:noFill/>
          </a:ln>
        </p:spPr>
        <p:txBody>
          <a:bodyPr anchorCtr="0" anchor="t" bIns="34275" lIns="68575" spcFirstLastPara="1" rIns="68575" wrap="square" tIns="34275">
            <a:normAutofit fontScale="92500"/>
          </a:bodyPr>
          <a:lstStyle/>
          <a:p>
            <a:pPr indent="0" lvl="0" marL="0" rtl="0" algn="l">
              <a:lnSpc>
                <a:spcPct val="90000"/>
              </a:lnSpc>
              <a:spcBef>
                <a:spcPts val="0"/>
              </a:spcBef>
              <a:spcAft>
                <a:spcPts val="200"/>
              </a:spcAft>
              <a:buClr>
                <a:schemeClr val="dk1"/>
              </a:buClr>
              <a:buSzPct val="100000"/>
              <a:buNone/>
            </a:pPr>
            <a:r>
              <a:rPr lang="en" sz="1800"/>
              <a:t>June, 2015</a:t>
            </a:r>
            <a:endParaRPr/>
          </a:p>
        </p:txBody>
      </p:sp>
      <p:sp>
        <p:nvSpPr>
          <p:cNvPr id="549" name="Google Shape;549;p63"/>
          <p:cNvSpPr txBox="1"/>
          <p:nvPr/>
        </p:nvSpPr>
        <p:spPr>
          <a:xfrm>
            <a:off x="4928150" y="1019435"/>
            <a:ext cx="710700" cy="4371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800"/>
              <a:buFont typeface="Arial"/>
              <a:buNone/>
            </a:pPr>
            <a:r>
              <a:rPr lang="en" sz="1800">
                <a:solidFill>
                  <a:srgbClr val="000000"/>
                </a:solidFill>
                <a:latin typeface="Calibri"/>
                <a:ea typeface="Calibri"/>
                <a:cs typeface="Calibri"/>
                <a:sym typeface="Calibri"/>
              </a:rPr>
              <a:t>April</a:t>
            </a:r>
            <a:endParaRPr sz="1100"/>
          </a:p>
        </p:txBody>
      </p:sp>
      <p:sp>
        <p:nvSpPr>
          <p:cNvPr id="550" name="Google Shape;550;p63"/>
          <p:cNvSpPr txBox="1"/>
          <p:nvPr/>
        </p:nvSpPr>
        <p:spPr>
          <a:xfrm>
            <a:off x="2807073" y="1017956"/>
            <a:ext cx="962400" cy="4950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800"/>
              <a:buFont typeface="Arial"/>
              <a:buNone/>
            </a:pPr>
            <a:r>
              <a:rPr lang="en" sz="1800">
                <a:solidFill>
                  <a:srgbClr val="000000"/>
                </a:solidFill>
                <a:latin typeface="Calibri"/>
                <a:ea typeface="Calibri"/>
                <a:cs typeface="Calibri"/>
                <a:sym typeface="Calibri"/>
              </a:rPr>
              <a:t>October</a:t>
            </a:r>
            <a:endParaRPr sz="1100"/>
          </a:p>
        </p:txBody>
      </p:sp>
      <p:sp>
        <p:nvSpPr>
          <p:cNvPr id="551" name="Google Shape;551;p63"/>
          <p:cNvSpPr txBox="1"/>
          <p:nvPr/>
        </p:nvSpPr>
        <p:spPr>
          <a:xfrm>
            <a:off x="1365776" y="1013982"/>
            <a:ext cx="1389900" cy="7476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800"/>
              <a:buFont typeface="Arial"/>
              <a:buNone/>
            </a:pPr>
            <a:r>
              <a:rPr lang="en" sz="1800">
                <a:solidFill>
                  <a:srgbClr val="000000"/>
                </a:solidFill>
                <a:latin typeface="Calibri"/>
                <a:ea typeface="Calibri"/>
                <a:cs typeface="Calibri"/>
                <a:sym typeface="Calibri"/>
              </a:rPr>
              <a:t>August, 2014</a:t>
            </a:r>
            <a:endParaRPr sz="1100"/>
          </a:p>
          <a:p>
            <a:pPr indent="0" lvl="0" marL="0" marR="0" rtl="0" algn="l">
              <a:lnSpc>
                <a:spcPct val="90000"/>
              </a:lnSpc>
              <a:spcBef>
                <a:spcPts val="800"/>
              </a:spcBef>
              <a:spcAft>
                <a:spcPts val="0"/>
              </a:spcAft>
              <a:buClr>
                <a:schemeClr val="dk1"/>
              </a:buClr>
              <a:buSzPts val="1800"/>
              <a:buFont typeface="Arial"/>
              <a:buNone/>
            </a:pPr>
            <a:r>
              <a:t/>
            </a:r>
            <a:endParaRPr sz="1800">
              <a:solidFill>
                <a:srgbClr val="000000"/>
              </a:solidFill>
              <a:latin typeface="Calibri"/>
              <a:ea typeface="Calibri"/>
              <a:cs typeface="Calibri"/>
              <a:sym typeface="Calibri"/>
            </a:endParaRPr>
          </a:p>
        </p:txBody>
      </p:sp>
      <p:cxnSp>
        <p:nvCxnSpPr>
          <p:cNvPr id="552" name="Google Shape;552;p63"/>
          <p:cNvCxnSpPr/>
          <p:nvPr/>
        </p:nvCxnSpPr>
        <p:spPr>
          <a:xfrm>
            <a:off x="1843957" y="1463221"/>
            <a:ext cx="5607900" cy="0"/>
          </a:xfrm>
          <a:prstGeom prst="straightConnector1">
            <a:avLst/>
          </a:prstGeom>
          <a:noFill/>
          <a:ln cap="flat" cmpd="sng" w="42875">
            <a:solidFill>
              <a:schemeClr val="accent1"/>
            </a:solidFill>
            <a:prstDash val="solid"/>
            <a:miter lim="800000"/>
            <a:headEnd len="sm" w="sm" type="none"/>
            <a:tailEnd len="sm" w="sm" type="none"/>
          </a:ln>
        </p:spPr>
      </p:cxnSp>
      <p:sp>
        <p:nvSpPr>
          <p:cNvPr id="553" name="Google Shape;553;p63"/>
          <p:cNvSpPr/>
          <p:nvPr/>
        </p:nvSpPr>
        <p:spPr>
          <a:xfrm>
            <a:off x="1768568" y="1387832"/>
            <a:ext cx="150900" cy="150900"/>
          </a:xfrm>
          <a:prstGeom prst="ellipse">
            <a:avLst/>
          </a:prstGeom>
          <a:solidFill>
            <a:schemeClr val="dk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54" name="Google Shape;554;p63"/>
          <p:cNvSpPr/>
          <p:nvPr/>
        </p:nvSpPr>
        <p:spPr>
          <a:xfrm>
            <a:off x="3158483" y="1394435"/>
            <a:ext cx="150900" cy="150900"/>
          </a:xfrm>
          <a:prstGeom prst="ellipse">
            <a:avLst/>
          </a:prstGeom>
          <a:solidFill>
            <a:schemeClr val="dk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55" name="Google Shape;555;p63"/>
          <p:cNvSpPr/>
          <p:nvPr/>
        </p:nvSpPr>
        <p:spPr>
          <a:xfrm>
            <a:off x="5132798" y="1387832"/>
            <a:ext cx="150900" cy="150900"/>
          </a:xfrm>
          <a:prstGeom prst="ellipse">
            <a:avLst/>
          </a:prstGeom>
          <a:solidFill>
            <a:schemeClr val="dk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56" name="Google Shape;556;p63"/>
          <p:cNvSpPr/>
          <p:nvPr/>
        </p:nvSpPr>
        <p:spPr>
          <a:xfrm>
            <a:off x="7352557" y="1394435"/>
            <a:ext cx="150900" cy="150900"/>
          </a:xfrm>
          <a:prstGeom prst="ellipse">
            <a:avLst/>
          </a:prstGeom>
          <a:solidFill>
            <a:schemeClr val="accent1"/>
          </a:solidFill>
          <a:ln cap="flat" cmpd="sng" w="143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FFFFFF"/>
              </a:solidFill>
              <a:latin typeface="Calibri"/>
              <a:ea typeface="Calibri"/>
              <a:cs typeface="Calibri"/>
              <a:sym typeface="Calibri"/>
            </a:endParaRPr>
          </a:p>
        </p:txBody>
      </p:sp>
      <p:sp>
        <p:nvSpPr>
          <p:cNvPr id="557" name="Google Shape;557;p63"/>
          <p:cNvSpPr txBox="1"/>
          <p:nvPr/>
        </p:nvSpPr>
        <p:spPr>
          <a:xfrm>
            <a:off x="1077686" y="2841172"/>
            <a:ext cx="67587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3000">
                <a:solidFill>
                  <a:schemeClr val="dk1"/>
                </a:solidFill>
                <a:latin typeface="Calibri"/>
                <a:ea typeface="Calibri"/>
                <a:cs typeface="Calibri"/>
                <a:sym typeface="Calibri"/>
              </a:rPr>
              <a:t>How do humans rate the captions?</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4"/>
          <p:cNvSpPr txBox="1"/>
          <p:nvPr>
            <p:ph type="title"/>
          </p:nvPr>
        </p:nvSpPr>
        <p:spPr>
          <a:xfrm>
            <a:off x="185563" y="140925"/>
            <a:ext cx="6858000" cy="643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Evaluation</a:t>
            </a:r>
            <a:endParaRPr/>
          </a:p>
        </p:txBody>
      </p:sp>
      <p:pic>
        <p:nvPicPr>
          <p:cNvPr id="563" name="Google Shape;563;p64"/>
          <p:cNvPicPr preferRelativeResize="0"/>
          <p:nvPr/>
        </p:nvPicPr>
        <p:blipFill rotWithShape="1">
          <a:blip r:embed="rId3">
            <a:alphaModFix/>
          </a:blip>
          <a:srcRect b="0" l="0" r="0" t="0"/>
          <a:stretch/>
        </p:blipFill>
        <p:spPr>
          <a:xfrm>
            <a:off x="3240612" y="193948"/>
            <a:ext cx="5903400" cy="4668300"/>
          </a:xfrm>
          <a:prstGeom prst="rect">
            <a:avLst/>
          </a:prstGeom>
          <a:noFill/>
          <a:ln>
            <a:noFill/>
          </a:ln>
        </p:spPr>
      </p:pic>
      <p:sp>
        <p:nvSpPr>
          <p:cNvPr id="564" name="Google Shape;564;p64"/>
          <p:cNvSpPr txBox="1"/>
          <p:nvPr/>
        </p:nvSpPr>
        <p:spPr>
          <a:xfrm>
            <a:off x="493296" y="942916"/>
            <a:ext cx="21297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en" sz="1800">
                <a:solidFill>
                  <a:srgbClr val="FFFFFF"/>
                </a:solidFill>
                <a:latin typeface="Quattrocento Sans"/>
                <a:ea typeface="Quattrocento Sans"/>
                <a:cs typeface="Quattrocento Sans"/>
                <a:sym typeface="Quattrocento Sans"/>
              </a:rPr>
              <a:t>COCO Caption Challenge</a:t>
            </a:r>
            <a:endParaRPr sz="1100"/>
          </a:p>
        </p:txBody>
      </p:sp>
      <p:cxnSp>
        <p:nvCxnSpPr>
          <p:cNvPr id="565" name="Google Shape;565;p64"/>
          <p:cNvCxnSpPr/>
          <p:nvPr/>
        </p:nvCxnSpPr>
        <p:spPr>
          <a:xfrm flipH="1">
            <a:off x="4235022" y="193947"/>
            <a:ext cx="1335600" cy="3668100"/>
          </a:xfrm>
          <a:prstGeom prst="straightConnector1">
            <a:avLst/>
          </a:prstGeom>
          <a:noFill/>
          <a:ln cap="flat" cmpd="sng" w="57150">
            <a:solidFill>
              <a:srgbClr val="FFFF00"/>
            </a:solidFill>
            <a:prstDash val="solid"/>
            <a:miter lim="800000"/>
            <a:headEnd len="sm" w="sm" type="none"/>
            <a:tailEnd len="sm" w="sm" type="none"/>
          </a:ln>
          <a:effectLst>
            <a:outerShdw blurRad="38100" rotWithShape="0" algn="tl" dir="2700000" dist="28575">
              <a:srgbClr val="000000">
                <a:alpha val="40000"/>
              </a:srgbClr>
            </a:outerShdw>
          </a:effectLst>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pic>
        <p:nvPicPr>
          <p:cNvPr id="570" name="Google Shape;570;p65"/>
          <p:cNvPicPr preferRelativeResize="0"/>
          <p:nvPr/>
        </p:nvPicPr>
        <p:blipFill rotWithShape="1">
          <a:blip r:embed="rId3">
            <a:alphaModFix/>
          </a:blip>
          <a:srcRect b="0" l="0" r="0" t="0"/>
          <a:stretch/>
        </p:blipFill>
        <p:spPr>
          <a:xfrm>
            <a:off x="3240612" y="193948"/>
            <a:ext cx="5903400" cy="4668300"/>
          </a:xfrm>
          <a:prstGeom prst="rect">
            <a:avLst/>
          </a:prstGeom>
          <a:noFill/>
          <a:ln>
            <a:noFill/>
          </a:ln>
        </p:spPr>
      </p:pic>
      <p:sp>
        <p:nvSpPr>
          <p:cNvPr id="571" name="Google Shape;571;p65"/>
          <p:cNvSpPr txBox="1"/>
          <p:nvPr/>
        </p:nvSpPr>
        <p:spPr>
          <a:xfrm>
            <a:off x="493296" y="942916"/>
            <a:ext cx="21297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en" sz="1800">
                <a:solidFill>
                  <a:srgbClr val="FFFFFF"/>
                </a:solidFill>
                <a:latin typeface="Quattrocento Sans"/>
                <a:ea typeface="Quattrocento Sans"/>
                <a:cs typeface="Quattrocento Sans"/>
                <a:sym typeface="Quattrocento Sans"/>
              </a:rPr>
              <a:t>COCO Caption Challenge</a:t>
            </a:r>
            <a:endParaRPr sz="1100"/>
          </a:p>
        </p:txBody>
      </p:sp>
      <p:cxnSp>
        <p:nvCxnSpPr>
          <p:cNvPr id="572" name="Google Shape;572;p65"/>
          <p:cNvCxnSpPr/>
          <p:nvPr/>
        </p:nvCxnSpPr>
        <p:spPr>
          <a:xfrm flipH="1">
            <a:off x="4235022" y="193947"/>
            <a:ext cx="1335600" cy="3668100"/>
          </a:xfrm>
          <a:prstGeom prst="straightConnector1">
            <a:avLst/>
          </a:prstGeom>
          <a:noFill/>
          <a:ln cap="flat" cmpd="sng" w="57150">
            <a:solidFill>
              <a:srgbClr val="FFFF00"/>
            </a:solidFill>
            <a:prstDash val="solid"/>
            <a:miter lim="800000"/>
            <a:headEnd len="sm" w="sm" type="none"/>
            <a:tailEnd len="sm" w="sm" type="none"/>
          </a:ln>
          <a:effectLst>
            <a:outerShdw blurRad="38100" rotWithShape="0" algn="tl" dir="2700000" dist="28575">
              <a:srgbClr val="000000">
                <a:alpha val="40000"/>
              </a:srgbClr>
            </a:outerShdw>
          </a:effectLst>
        </p:spPr>
      </p:cxnSp>
      <p:sp>
        <p:nvSpPr>
          <p:cNvPr id="573" name="Google Shape;573;p65"/>
          <p:cNvSpPr txBox="1"/>
          <p:nvPr/>
        </p:nvSpPr>
        <p:spPr>
          <a:xfrm>
            <a:off x="5125452" y="3525254"/>
            <a:ext cx="2743200" cy="438600"/>
          </a:xfrm>
          <a:prstGeom prst="rect">
            <a:avLst/>
          </a:prstGeom>
          <a:noFill/>
          <a:ln>
            <a:noFill/>
          </a:ln>
          <a:effectLst>
            <a:outerShdw blurRad="38100" rotWithShape="0" algn="tl" dir="2700000" dist="28575">
              <a:srgbClr val="000000">
                <a:alpha val="40000"/>
              </a:srgbClr>
            </a:outerShdw>
          </a:effectLst>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en" sz="2400">
                <a:solidFill>
                  <a:srgbClr val="FFFF00"/>
                </a:solidFill>
                <a:latin typeface="Quattrocento Sans"/>
                <a:ea typeface="Quattrocento Sans"/>
                <a:cs typeface="Quattrocento Sans"/>
                <a:sym typeface="Quattrocento Sans"/>
              </a:rPr>
              <a:t>Brno University</a:t>
            </a:r>
            <a:endParaRPr sz="1100"/>
          </a:p>
        </p:txBody>
      </p:sp>
      <p:sp>
        <p:nvSpPr>
          <p:cNvPr id="574" name="Google Shape;574;p65"/>
          <p:cNvSpPr txBox="1"/>
          <p:nvPr>
            <p:ph type="title"/>
          </p:nvPr>
        </p:nvSpPr>
        <p:spPr>
          <a:xfrm>
            <a:off x="185563" y="140925"/>
            <a:ext cx="6858000" cy="643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Evaluation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66"/>
          <p:cNvPicPr preferRelativeResize="0"/>
          <p:nvPr/>
        </p:nvPicPr>
        <p:blipFill rotWithShape="1">
          <a:blip r:embed="rId3">
            <a:alphaModFix/>
          </a:blip>
          <a:srcRect b="0" l="0" r="0" t="0"/>
          <a:stretch/>
        </p:blipFill>
        <p:spPr>
          <a:xfrm>
            <a:off x="3240612" y="193948"/>
            <a:ext cx="5903400" cy="4668300"/>
          </a:xfrm>
          <a:prstGeom prst="rect">
            <a:avLst/>
          </a:prstGeom>
          <a:noFill/>
          <a:ln>
            <a:noFill/>
          </a:ln>
        </p:spPr>
      </p:pic>
      <p:sp>
        <p:nvSpPr>
          <p:cNvPr id="580" name="Google Shape;580;p66"/>
          <p:cNvSpPr txBox="1"/>
          <p:nvPr/>
        </p:nvSpPr>
        <p:spPr>
          <a:xfrm>
            <a:off x="493296" y="942916"/>
            <a:ext cx="21297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en" sz="1800">
                <a:solidFill>
                  <a:srgbClr val="FFFFFF"/>
                </a:solidFill>
                <a:latin typeface="Quattrocento Sans"/>
                <a:ea typeface="Quattrocento Sans"/>
                <a:cs typeface="Quattrocento Sans"/>
                <a:sym typeface="Quattrocento Sans"/>
              </a:rPr>
              <a:t>COCO Caption Challenge</a:t>
            </a:r>
            <a:endParaRPr sz="1100"/>
          </a:p>
        </p:txBody>
      </p:sp>
      <p:cxnSp>
        <p:nvCxnSpPr>
          <p:cNvPr id="581" name="Google Shape;581;p66"/>
          <p:cNvCxnSpPr/>
          <p:nvPr/>
        </p:nvCxnSpPr>
        <p:spPr>
          <a:xfrm flipH="1">
            <a:off x="4235022" y="193947"/>
            <a:ext cx="1335600" cy="3668100"/>
          </a:xfrm>
          <a:prstGeom prst="straightConnector1">
            <a:avLst/>
          </a:prstGeom>
          <a:noFill/>
          <a:ln cap="flat" cmpd="sng" w="57150">
            <a:solidFill>
              <a:srgbClr val="FFFF00"/>
            </a:solidFill>
            <a:prstDash val="solid"/>
            <a:miter lim="800000"/>
            <a:headEnd len="sm" w="sm" type="none"/>
            <a:tailEnd len="sm" w="sm" type="none"/>
          </a:ln>
          <a:effectLst>
            <a:outerShdw blurRad="38100" rotWithShape="0" algn="tl" dir="2700000" dist="28575">
              <a:srgbClr val="000000">
                <a:alpha val="40000"/>
              </a:srgbClr>
            </a:outerShdw>
          </a:effectLst>
        </p:spPr>
      </p:cxnSp>
      <p:sp>
        <p:nvSpPr>
          <p:cNvPr id="582" name="Google Shape;582;p66"/>
          <p:cNvSpPr txBox="1"/>
          <p:nvPr/>
        </p:nvSpPr>
        <p:spPr>
          <a:xfrm>
            <a:off x="7411452" y="1156112"/>
            <a:ext cx="1516200" cy="438600"/>
          </a:xfrm>
          <a:prstGeom prst="rect">
            <a:avLst/>
          </a:prstGeom>
          <a:noFill/>
          <a:ln>
            <a:noFill/>
          </a:ln>
          <a:effectLst>
            <a:outerShdw blurRad="38100" rotWithShape="0" algn="tl" dir="2700000" dist="28575">
              <a:srgbClr val="000000">
                <a:alpha val="40000"/>
              </a:srgbClr>
            </a:outerShdw>
          </a:effectLst>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en" sz="2400">
                <a:solidFill>
                  <a:srgbClr val="FFFF00"/>
                </a:solidFill>
                <a:latin typeface="Quattrocento Sans"/>
                <a:ea typeface="Quattrocento Sans"/>
                <a:cs typeface="Quattrocento Sans"/>
                <a:sym typeface="Quattrocento Sans"/>
              </a:rPr>
              <a:t>Humans</a:t>
            </a:r>
            <a:endParaRPr sz="1100"/>
          </a:p>
        </p:txBody>
      </p:sp>
      <p:sp>
        <p:nvSpPr>
          <p:cNvPr id="583" name="Google Shape;583;p66"/>
          <p:cNvSpPr txBox="1"/>
          <p:nvPr>
            <p:ph type="title"/>
          </p:nvPr>
        </p:nvSpPr>
        <p:spPr>
          <a:xfrm>
            <a:off x="185563" y="140925"/>
            <a:ext cx="6858000" cy="643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Evaluation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7"/>
          <p:cNvSpPr txBox="1"/>
          <p:nvPr>
            <p:ph type="title"/>
          </p:nvPr>
        </p:nvSpPr>
        <p:spPr>
          <a:xfrm>
            <a:off x="193518" y="265479"/>
            <a:ext cx="6543900" cy="38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91666"/>
              <a:buFont typeface="Calibri"/>
              <a:buNone/>
            </a:pPr>
            <a:r>
              <a:rPr lang="en"/>
              <a:t>Goodhart’s Law</a:t>
            </a:r>
            <a:endParaRPr/>
          </a:p>
        </p:txBody>
      </p:sp>
      <p:pic>
        <p:nvPicPr>
          <p:cNvPr descr="Goodhart's Law | CNA" id="589" name="Google Shape;589;p67"/>
          <p:cNvPicPr preferRelativeResize="0"/>
          <p:nvPr/>
        </p:nvPicPr>
        <p:blipFill rotWithShape="1">
          <a:blip r:embed="rId3">
            <a:alphaModFix/>
          </a:blip>
          <a:srcRect b="0" l="0" r="0" t="0"/>
          <a:stretch/>
        </p:blipFill>
        <p:spPr>
          <a:xfrm>
            <a:off x="2086355" y="799625"/>
            <a:ext cx="4971289" cy="39528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pic>
        <p:nvPicPr>
          <p:cNvPr descr="Goodhart's Law – Reflect" id="594" name="Google Shape;594;p68"/>
          <p:cNvPicPr preferRelativeResize="0"/>
          <p:nvPr/>
        </p:nvPicPr>
        <p:blipFill rotWithShape="1">
          <a:blip r:embed="rId3">
            <a:alphaModFix/>
          </a:blip>
          <a:srcRect b="10530" l="0" r="0" t="0"/>
          <a:stretch/>
        </p:blipFill>
        <p:spPr>
          <a:xfrm>
            <a:off x="343863" y="1428775"/>
            <a:ext cx="8234726" cy="2627700"/>
          </a:xfrm>
          <a:prstGeom prst="rect">
            <a:avLst/>
          </a:prstGeom>
          <a:noFill/>
          <a:ln>
            <a:noFill/>
          </a:ln>
        </p:spPr>
      </p:pic>
      <p:sp>
        <p:nvSpPr>
          <p:cNvPr id="595" name="Google Shape;595;p68"/>
          <p:cNvSpPr txBox="1"/>
          <p:nvPr>
            <p:ph type="title"/>
          </p:nvPr>
        </p:nvSpPr>
        <p:spPr>
          <a:xfrm>
            <a:off x="193518" y="265479"/>
            <a:ext cx="6543900" cy="3873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91666"/>
              <a:buFont typeface="Calibri"/>
              <a:buNone/>
            </a:pPr>
            <a:r>
              <a:rPr lang="en"/>
              <a:t>Goodhart’s Law</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9"/>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What does an evaluation do?</a:t>
            </a:r>
            <a:endParaRPr/>
          </a:p>
        </p:txBody>
      </p:sp>
      <p:sp>
        <p:nvSpPr>
          <p:cNvPr id="601" name="Google Shape;601;p69"/>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Let’s us compare different models</a:t>
            </a:r>
            <a:endParaRPr sz="2300"/>
          </a:p>
          <a:p>
            <a:pPr indent="-374650" lvl="0" marL="457200" rtl="0" algn="l">
              <a:spcBef>
                <a:spcPts val="900"/>
              </a:spcBef>
              <a:spcAft>
                <a:spcPts val="0"/>
              </a:spcAft>
              <a:buClr>
                <a:schemeClr val="dk1"/>
              </a:buClr>
              <a:buSzPts val="2300"/>
              <a:buChar char="●"/>
            </a:pPr>
            <a:r>
              <a:rPr lang="en" sz="2300"/>
              <a:t>Measure/drive progress in a field</a:t>
            </a:r>
            <a:endParaRPr sz="2300"/>
          </a:p>
          <a:p>
            <a:pPr indent="-374650" lvl="0" marL="457200" rtl="0" algn="l">
              <a:spcBef>
                <a:spcPts val="900"/>
              </a:spcBef>
              <a:spcAft>
                <a:spcPts val="200"/>
              </a:spcAft>
              <a:buClr>
                <a:schemeClr val="dk1"/>
              </a:buClr>
              <a:buSzPts val="2300"/>
              <a:buChar char="●"/>
            </a:pPr>
            <a:r>
              <a:rPr lang="en" sz="2300"/>
              <a:t>Understand behaviors/limitations</a:t>
            </a:r>
            <a:endParaRPr sz="1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0"/>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What we want in an agent evaluation</a:t>
            </a:r>
            <a:endParaRPr/>
          </a:p>
        </p:txBody>
      </p:sp>
      <p:sp>
        <p:nvSpPr>
          <p:cNvPr id="607" name="Google Shape;607;p70"/>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It accurately tracks what humans care about</a:t>
            </a:r>
            <a:endParaRPr sz="2300"/>
          </a:p>
          <a:p>
            <a:pPr indent="-374650" lvl="0" marL="457200" rtl="0" algn="l">
              <a:spcBef>
                <a:spcPts val="900"/>
              </a:spcBef>
              <a:spcAft>
                <a:spcPts val="0"/>
              </a:spcAft>
              <a:buClr>
                <a:schemeClr val="dk1"/>
              </a:buClr>
              <a:buSzPts val="2300"/>
              <a:buChar char="●"/>
            </a:pPr>
            <a:r>
              <a:rPr lang="en" sz="2300"/>
              <a:t>Measures broad abilities of agent models capabilities</a:t>
            </a:r>
            <a:endParaRPr sz="2300"/>
          </a:p>
          <a:p>
            <a:pPr indent="-374650" lvl="0" marL="457200" rtl="0" algn="l">
              <a:spcBef>
                <a:spcPts val="900"/>
              </a:spcBef>
              <a:spcAft>
                <a:spcPts val="0"/>
              </a:spcAft>
              <a:buClr>
                <a:schemeClr val="dk1"/>
              </a:buClr>
              <a:buSzPts val="2300"/>
              <a:buChar char="●"/>
            </a:pPr>
            <a:r>
              <a:rPr lang="en" sz="2300"/>
              <a:t>Automatic - Can be done without additional human effort</a:t>
            </a:r>
            <a:endParaRPr sz="2300"/>
          </a:p>
          <a:p>
            <a:pPr indent="-374650" lvl="0" marL="457200" rtl="0" algn="l">
              <a:spcBef>
                <a:spcPts val="900"/>
              </a:spcBef>
              <a:spcAft>
                <a:spcPts val="0"/>
              </a:spcAft>
              <a:buClr>
                <a:schemeClr val="dk1"/>
              </a:buClr>
              <a:buSzPts val="2300"/>
              <a:buChar char="●"/>
            </a:pPr>
            <a:r>
              <a:rPr lang="en" sz="2300"/>
              <a:t>Reproducible - Consistently produces same outcome</a:t>
            </a:r>
            <a:endParaRPr sz="2300"/>
          </a:p>
          <a:p>
            <a:pPr indent="-374650" lvl="0" marL="457200" rtl="0" algn="l">
              <a:spcBef>
                <a:spcPts val="900"/>
              </a:spcBef>
              <a:spcAft>
                <a:spcPts val="200"/>
              </a:spcAft>
              <a:buClr>
                <a:schemeClr val="dk1"/>
              </a:buClr>
              <a:buSzPts val="2300"/>
              <a:buChar char="●"/>
            </a:pPr>
            <a:r>
              <a:rPr lang="en" sz="2300"/>
              <a:t>Ranks models - better models do better than worse ones</a:t>
            </a:r>
            <a:endParaRPr sz="1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1"/>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What we want in an agent evaluation</a:t>
            </a:r>
            <a:endParaRPr/>
          </a:p>
        </p:txBody>
      </p:sp>
      <p:sp>
        <p:nvSpPr>
          <p:cNvPr id="613" name="Google Shape;613;p71"/>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It accurately tracks what humans care about</a:t>
            </a:r>
            <a:endParaRPr sz="2300"/>
          </a:p>
          <a:p>
            <a:pPr indent="-374650" lvl="0" marL="457200" rtl="0" algn="l">
              <a:spcBef>
                <a:spcPts val="900"/>
              </a:spcBef>
              <a:spcAft>
                <a:spcPts val="0"/>
              </a:spcAft>
              <a:buClr>
                <a:schemeClr val="dk1"/>
              </a:buClr>
              <a:buSzPts val="2300"/>
              <a:buChar char="●"/>
            </a:pPr>
            <a:r>
              <a:rPr lang="en" sz="2300"/>
              <a:t>Measures broad abilities of agent models capabilities</a:t>
            </a:r>
            <a:endParaRPr sz="2300"/>
          </a:p>
          <a:p>
            <a:pPr indent="-374650" lvl="0" marL="457200" rtl="0" algn="l">
              <a:spcBef>
                <a:spcPts val="900"/>
              </a:spcBef>
              <a:spcAft>
                <a:spcPts val="0"/>
              </a:spcAft>
              <a:buClr>
                <a:schemeClr val="dk1"/>
              </a:buClr>
              <a:buSzPts val="2300"/>
              <a:buChar char="●"/>
            </a:pPr>
            <a:r>
              <a:rPr lang="en" sz="2300"/>
              <a:t>Automatic - Can be done without additional human effort</a:t>
            </a:r>
            <a:endParaRPr sz="2300"/>
          </a:p>
          <a:p>
            <a:pPr indent="-374650" lvl="0" marL="457200" rtl="0" algn="l">
              <a:spcBef>
                <a:spcPts val="900"/>
              </a:spcBef>
              <a:spcAft>
                <a:spcPts val="0"/>
              </a:spcAft>
              <a:buClr>
                <a:schemeClr val="dk1"/>
              </a:buClr>
              <a:buSzPts val="2300"/>
              <a:buChar char="●"/>
            </a:pPr>
            <a:r>
              <a:rPr lang="en" sz="2300"/>
              <a:t>Reproducible - Consistently produces same outcome</a:t>
            </a:r>
            <a:endParaRPr sz="2300"/>
          </a:p>
          <a:p>
            <a:pPr indent="-374650" lvl="0" marL="457200" rtl="0" algn="l">
              <a:spcBef>
                <a:spcPts val="900"/>
              </a:spcBef>
              <a:spcAft>
                <a:spcPts val="200"/>
              </a:spcAft>
              <a:buClr>
                <a:schemeClr val="dk1"/>
              </a:buClr>
              <a:buSzPts val="2300"/>
              <a:buChar char="●"/>
            </a:pPr>
            <a:r>
              <a:rPr lang="en" sz="2300"/>
              <a:t>Ranks models - better models do better than worse ones</a:t>
            </a:r>
            <a:endParaRPr sz="1900"/>
          </a:p>
        </p:txBody>
      </p:sp>
      <p:sp>
        <p:nvSpPr>
          <p:cNvPr id="614" name="Google Shape;614;p71"/>
          <p:cNvSpPr/>
          <p:nvPr/>
        </p:nvSpPr>
        <p:spPr>
          <a:xfrm>
            <a:off x="5480400" y="2148325"/>
            <a:ext cx="2543700" cy="125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t>Doing all of these is kind of impossible</a:t>
            </a:r>
            <a:endParaRPr sz="2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2"/>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Option 1</a:t>
            </a:r>
            <a:endParaRPr/>
          </a:p>
        </p:txBody>
      </p:sp>
      <p:sp>
        <p:nvSpPr>
          <p:cNvPr id="620" name="Google Shape;620;p72"/>
          <p:cNvSpPr txBox="1"/>
          <p:nvPr>
            <p:ph idx="1" type="body"/>
          </p:nvPr>
        </p:nvSpPr>
        <p:spPr>
          <a:xfrm>
            <a:off x="311700" y="1152475"/>
            <a:ext cx="8419200" cy="3657000"/>
          </a:xfrm>
          <a:prstGeom prst="rect">
            <a:avLst/>
          </a:prstGeom>
          <a:ln cap="flat" cmpd="sng" w="9525">
            <a:solidFill>
              <a:schemeClr val="lt1"/>
            </a:solidFill>
            <a:prstDash val="solid"/>
            <a:round/>
            <a:headEnd len="sm" w="sm" type="none"/>
            <a:tailEnd len="sm" w="sm" type="none"/>
          </a:ln>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highlight>
                  <a:srgbClr val="FFFF00"/>
                </a:highlight>
              </a:rPr>
              <a:t>It accurately tracks what humans care about</a:t>
            </a:r>
            <a:endParaRPr sz="2300">
              <a:highlight>
                <a:srgbClr val="FFFF00"/>
              </a:highlight>
            </a:endParaRPr>
          </a:p>
          <a:p>
            <a:pPr indent="-374650" lvl="0" marL="457200" rtl="0" algn="l">
              <a:spcBef>
                <a:spcPts val="900"/>
              </a:spcBef>
              <a:spcAft>
                <a:spcPts val="0"/>
              </a:spcAft>
              <a:buClr>
                <a:schemeClr val="dk1"/>
              </a:buClr>
              <a:buSzPts val="2300"/>
              <a:buChar char="●"/>
            </a:pPr>
            <a:r>
              <a:rPr lang="en" sz="2300">
                <a:highlight>
                  <a:srgbClr val="FFFF00"/>
                </a:highlight>
              </a:rPr>
              <a:t>Measures broad abilities of agent models capabilities</a:t>
            </a:r>
            <a:endParaRPr sz="2300">
              <a:highlight>
                <a:srgbClr val="FFFF00"/>
              </a:highlight>
            </a:endParaRPr>
          </a:p>
          <a:p>
            <a:pPr indent="-374650" lvl="0" marL="457200" rtl="0" algn="l">
              <a:spcBef>
                <a:spcPts val="900"/>
              </a:spcBef>
              <a:spcAft>
                <a:spcPts val="0"/>
              </a:spcAft>
              <a:buClr>
                <a:schemeClr val="dk1"/>
              </a:buClr>
              <a:buSzPts val="2300"/>
              <a:buChar char="●"/>
            </a:pPr>
            <a:r>
              <a:rPr lang="en" sz="2300" strike="sngStrike"/>
              <a:t>Automatic - Can be done without additional human effort</a:t>
            </a:r>
            <a:endParaRPr sz="2300" strike="sngStrike"/>
          </a:p>
          <a:p>
            <a:pPr indent="-374650" lvl="0" marL="457200" rtl="0" algn="l">
              <a:spcBef>
                <a:spcPts val="900"/>
              </a:spcBef>
              <a:spcAft>
                <a:spcPts val="0"/>
              </a:spcAft>
              <a:buClr>
                <a:schemeClr val="dk1"/>
              </a:buClr>
              <a:buSzPts val="2300"/>
              <a:buChar char="●"/>
            </a:pPr>
            <a:r>
              <a:rPr lang="en" sz="2300" strike="sngStrike"/>
              <a:t>Reproducible - Consistently produces same outcome</a:t>
            </a:r>
            <a:endParaRPr sz="2300" strike="sngStrike"/>
          </a:p>
          <a:p>
            <a:pPr indent="-374650" lvl="0" marL="457200" rtl="0" algn="l">
              <a:spcBef>
                <a:spcPts val="900"/>
              </a:spcBef>
              <a:spcAft>
                <a:spcPts val="200"/>
              </a:spcAft>
              <a:buClr>
                <a:schemeClr val="dk1"/>
              </a:buClr>
              <a:buSzPts val="2300"/>
              <a:buChar char="●"/>
            </a:pPr>
            <a:r>
              <a:rPr lang="en" sz="2300">
                <a:highlight>
                  <a:srgbClr val="FFFF00"/>
                </a:highlight>
              </a:rPr>
              <a:t>Ranks models - better models do better than worse ones</a:t>
            </a:r>
            <a:endParaRPr sz="1900">
              <a:highlight>
                <a:srgbClr val="FFFF00"/>
              </a:highlight>
            </a:endParaRPr>
          </a:p>
        </p:txBody>
      </p:sp>
      <p:sp>
        <p:nvSpPr>
          <p:cNvPr id="621" name="Google Shape;621;p72"/>
          <p:cNvSpPr/>
          <p:nvPr/>
        </p:nvSpPr>
        <p:spPr>
          <a:xfrm>
            <a:off x="5383175" y="3332550"/>
            <a:ext cx="2543700" cy="125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t>Just get humans to evaluate it</a:t>
            </a:r>
            <a:endParaRPr sz="2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3"/>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Clever ways of getting humans to eval</a:t>
            </a:r>
            <a:endParaRPr/>
          </a:p>
        </p:txBody>
      </p:sp>
      <p:pic>
        <p:nvPicPr>
          <p:cNvPr id="627" name="Google Shape;627;p73" title="Screenshot 2026-02-22 at 10.25.19 AM.png"/>
          <p:cNvPicPr preferRelativeResize="0"/>
          <p:nvPr/>
        </p:nvPicPr>
        <p:blipFill>
          <a:blip r:embed="rId3">
            <a:alphaModFix/>
          </a:blip>
          <a:stretch>
            <a:fillRect/>
          </a:stretch>
        </p:blipFill>
        <p:spPr>
          <a:xfrm>
            <a:off x="781750" y="1037325"/>
            <a:ext cx="7677752" cy="35914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4"/>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Option 2 - Proxy/Automatic</a:t>
            </a:r>
            <a:endParaRPr/>
          </a:p>
        </p:txBody>
      </p:sp>
      <p:sp>
        <p:nvSpPr>
          <p:cNvPr id="633" name="Google Shape;633;p74"/>
          <p:cNvSpPr txBox="1"/>
          <p:nvPr>
            <p:ph idx="1" type="body"/>
          </p:nvPr>
        </p:nvSpPr>
        <p:spPr>
          <a:xfrm>
            <a:off x="311700" y="1152475"/>
            <a:ext cx="8419200" cy="3657000"/>
          </a:xfrm>
          <a:prstGeom prst="rect">
            <a:avLst/>
          </a:prstGeom>
          <a:ln cap="flat" cmpd="sng" w="9525">
            <a:solidFill>
              <a:schemeClr val="lt1"/>
            </a:solidFill>
            <a:prstDash val="solid"/>
            <a:round/>
            <a:headEnd len="sm" w="sm" type="none"/>
            <a:tailEnd len="sm" w="sm" type="none"/>
          </a:ln>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highlight>
                  <a:srgbClr val="FFF2CC"/>
                </a:highlight>
              </a:rPr>
              <a:t>It accurately tracks what humans care about</a:t>
            </a:r>
            <a:endParaRPr sz="2300">
              <a:highlight>
                <a:srgbClr val="FFF2CC"/>
              </a:highlight>
            </a:endParaRPr>
          </a:p>
          <a:p>
            <a:pPr indent="-374650" lvl="0" marL="457200" rtl="0" algn="l">
              <a:spcBef>
                <a:spcPts val="900"/>
              </a:spcBef>
              <a:spcAft>
                <a:spcPts val="0"/>
              </a:spcAft>
              <a:buClr>
                <a:schemeClr val="dk1"/>
              </a:buClr>
              <a:buSzPts val="2300"/>
              <a:buChar char="●"/>
            </a:pPr>
            <a:r>
              <a:rPr lang="en" sz="2300" strike="sngStrike"/>
              <a:t>Measures broad abilities of agent models capabilities</a:t>
            </a:r>
            <a:endParaRPr sz="2300" strike="sngStrike"/>
          </a:p>
          <a:p>
            <a:pPr indent="-374650" lvl="0" marL="457200" rtl="0" algn="l">
              <a:spcBef>
                <a:spcPts val="900"/>
              </a:spcBef>
              <a:spcAft>
                <a:spcPts val="0"/>
              </a:spcAft>
              <a:buClr>
                <a:schemeClr val="dk1"/>
              </a:buClr>
              <a:buSzPts val="2300"/>
              <a:buChar char="●"/>
            </a:pPr>
            <a:r>
              <a:rPr lang="en" sz="2300">
                <a:highlight>
                  <a:srgbClr val="FFFF00"/>
                </a:highlight>
              </a:rPr>
              <a:t>Automatic - Can be done without additional human effort</a:t>
            </a:r>
            <a:endParaRPr sz="2300">
              <a:highlight>
                <a:srgbClr val="FFFF00"/>
              </a:highlight>
            </a:endParaRPr>
          </a:p>
          <a:p>
            <a:pPr indent="-374650" lvl="0" marL="457200" rtl="0" algn="l">
              <a:spcBef>
                <a:spcPts val="900"/>
              </a:spcBef>
              <a:spcAft>
                <a:spcPts val="0"/>
              </a:spcAft>
              <a:buClr>
                <a:schemeClr val="dk1"/>
              </a:buClr>
              <a:buSzPts val="2300"/>
              <a:buChar char="●"/>
            </a:pPr>
            <a:r>
              <a:rPr lang="en" sz="2300">
                <a:highlight>
                  <a:srgbClr val="FFFF00"/>
                </a:highlight>
              </a:rPr>
              <a:t>Reproducible - Consistently produces same outcome</a:t>
            </a:r>
            <a:endParaRPr sz="2300">
              <a:highlight>
                <a:srgbClr val="FFFF00"/>
              </a:highlight>
            </a:endParaRPr>
          </a:p>
          <a:p>
            <a:pPr indent="-374650" lvl="0" marL="457200" rtl="0" algn="l">
              <a:spcBef>
                <a:spcPts val="900"/>
              </a:spcBef>
              <a:spcAft>
                <a:spcPts val="200"/>
              </a:spcAft>
              <a:buClr>
                <a:schemeClr val="dk1"/>
              </a:buClr>
              <a:buSzPts val="2300"/>
              <a:buChar char="●"/>
            </a:pPr>
            <a:r>
              <a:rPr lang="en" sz="2300">
                <a:highlight>
                  <a:srgbClr val="FFF2CC"/>
                </a:highlight>
              </a:rPr>
              <a:t>Ranks models - better models do better than worse ones</a:t>
            </a:r>
            <a:endParaRPr sz="1900">
              <a:highlight>
                <a:srgbClr val="FFF2CC"/>
              </a:highlight>
            </a:endParaRPr>
          </a:p>
        </p:txBody>
      </p:sp>
      <p:sp>
        <p:nvSpPr>
          <p:cNvPr id="634" name="Google Shape;634;p74"/>
          <p:cNvSpPr/>
          <p:nvPr/>
        </p:nvSpPr>
        <p:spPr>
          <a:xfrm>
            <a:off x="4520725" y="3403250"/>
            <a:ext cx="4462500" cy="1254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t>Extremely task specific</a:t>
            </a:r>
            <a:endParaRPr sz="2200"/>
          </a:p>
          <a:p>
            <a:pPr indent="0" lvl="0" marL="0" rtl="0" algn="ctr">
              <a:spcBef>
                <a:spcPts val="0"/>
              </a:spcBef>
              <a:spcAft>
                <a:spcPts val="0"/>
              </a:spcAft>
              <a:buNone/>
            </a:pPr>
            <a:r>
              <a:rPr lang="en" sz="2200"/>
              <a:t>May only be doable in some envs</a:t>
            </a:r>
            <a:endParaRPr sz="2200"/>
          </a:p>
          <a:p>
            <a:pPr indent="0" lvl="0" marL="0" rtl="0" algn="ctr">
              <a:spcBef>
                <a:spcPts val="0"/>
              </a:spcBef>
              <a:spcAft>
                <a:spcPts val="0"/>
              </a:spcAft>
              <a:buNone/>
            </a:pPr>
            <a:r>
              <a:rPr lang="en" sz="2200"/>
              <a:t>Very difficult to get right</a:t>
            </a:r>
            <a:endParaRPr sz="2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5"/>
          <p:cNvSpPr txBox="1"/>
          <p:nvPr>
            <p:ph type="title"/>
          </p:nvPr>
        </p:nvSpPr>
        <p:spPr>
          <a:xfrm>
            <a:off x="210150" y="152300"/>
            <a:ext cx="8520600" cy="5727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SzPts val="990"/>
              <a:buNone/>
            </a:pPr>
            <a:r>
              <a:rPr lang="en" sz="2740"/>
              <a:t>Atari: Use the final reward</a:t>
            </a:r>
            <a:endParaRPr sz="2740"/>
          </a:p>
        </p:txBody>
      </p:sp>
      <p:pic>
        <p:nvPicPr>
          <p:cNvPr id="641" name="Google Shape;641;p75"/>
          <p:cNvPicPr preferRelativeResize="0"/>
          <p:nvPr/>
        </p:nvPicPr>
        <p:blipFill rotWithShape="1">
          <a:blip r:embed="rId3">
            <a:alphaModFix/>
          </a:blip>
          <a:srcRect b="0" l="0" r="0" t="0"/>
          <a:stretch/>
        </p:blipFill>
        <p:spPr>
          <a:xfrm>
            <a:off x="639325" y="1282725"/>
            <a:ext cx="7746824" cy="2986100"/>
          </a:xfrm>
          <a:prstGeom prst="rect">
            <a:avLst/>
          </a:prstGeom>
          <a:noFill/>
          <a:ln>
            <a:noFill/>
          </a:ln>
        </p:spPr>
      </p:pic>
      <p:sp>
        <p:nvSpPr>
          <p:cNvPr id="642" name="Google Shape;642;p75"/>
          <p:cNvSpPr/>
          <p:nvPr/>
        </p:nvSpPr>
        <p:spPr>
          <a:xfrm>
            <a:off x="4027425" y="1532275"/>
            <a:ext cx="1397700" cy="8490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VLM</a:t>
            </a:r>
            <a:endParaRPr sz="2000">
              <a:solidFill>
                <a:schemeClr val="lt1"/>
              </a:solidFill>
            </a:endParaRPr>
          </a:p>
        </p:txBody>
      </p:sp>
      <p:sp>
        <p:nvSpPr>
          <p:cNvPr id="643" name="Google Shape;643;p75"/>
          <p:cNvSpPr/>
          <p:nvPr/>
        </p:nvSpPr>
        <p:spPr>
          <a:xfrm>
            <a:off x="2288075" y="15322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text/images</a:t>
            </a:r>
            <a:endParaRPr/>
          </a:p>
        </p:txBody>
      </p:sp>
      <p:sp>
        <p:nvSpPr>
          <p:cNvPr id="644" name="Google Shape;644;p75"/>
          <p:cNvSpPr/>
          <p:nvPr/>
        </p:nvSpPr>
        <p:spPr>
          <a:xfrm>
            <a:off x="5735675" y="1692775"/>
            <a:ext cx="1252800" cy="52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 text (usually)</a:t>
            </a:r>
            <a:endParaRPr/>
          </a:p>
        </p:txBody>
      </p:sp>
      <p:pic>
        <p:nvPicPr>
          <p:cNvPr id="645" name="Google Shape;645;p75"/>
          <p:cNvPicPr preferRelativeResize="0"/>
          <p:nvPr/>
        </p:nvPicPr>
        <p:blipFill>
          <a:blip r:embed="rId4">
            <a:alphaModFix/>
          </a:blip>
          <a:stretch>
            <a:fillRect/>
          </a:stretch>
        </p:blipFill>
        <p:spPr>
          <a:xfrm>
            <a:off x="3333750" y="2818175"/>
            <a:ext cx="2671150" cy="1495825"/>
          </a:xfrm>
          <a:prstGeom prst="rect">
            <a:avLst/>
          </a:prstGeom>
          <a:noFill/>
          <a:ln>
            <a:noFill/>
          </a:ln>
        </p:spPr>
      </p:pic>
      <p:pic>
        <p:nvPicPr>
          <p:cNvPr descr="This AI (LSTM trained by Differential Evolution using the entire game RAM as inputs) is playing Montezuma's Revenge on the Atari 2600. Most AIs can't even get to the key due to sparse rewards!&#10;&#10;Recorded 2020-03-31." id="646" name="Google Shape;646;p75" title="AI Plays Montezuma's Revenge (Atari 2600)">
            <a:hlinkClick r:id="rId5"/>
          </p:cNvPr>
          <p:cNvPicPr preferRelativeResize="0"/>
          <p:nvPr/>
        </p:nvPicPr>
        <p:blipFill>
          <a:blip r:embed="rId6">
            <a:alphaModFix/>
          </a:blip>
          <a:stretch>
            <a:fillRect/>
          </a:stretch>
        </p:blipFill>
        <p:spPr>
          <a:xfrm>
            <a:off x="3339700" y="2807655"/>
            <a:ext cx="2659238" cy="1495825"/>
          </a:xfrm>
          <a:prstGeom prst="rect">
            <a:avLst/>
          </a:prstGeom>
          <a:noFill/>
          <a:ln>
            <a:noFill/>
          </a:ln>
        </p:spPr>
      </p:pic>
      <p:sp>
        <p:nvSpPr>
          <p:cNvPr id="647" name="Google Shape;647;p75"/>
          <p:cNvSpPr/>
          <p:nvPr/>
        </p:nvSpPr>
        <p:spPr>
          <a:xfrm>
            <a:off x="5425125" y="353500"/>
            <a:ext cx="3724800" cy="10788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t>Does atari score capture everything we care about?</a:t>
            </a:r>
            <a:endParaRPr sz="2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6"/>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Option 3 - LLM/Agent as judge</a:t>
            </a:r>
            <a:endParaRPr/>
          </a:p>
        </p:txBody>
      </p:sp>
      <p:sp>
        <p:nvSpPr>
          <p:cNvPr id="653" name="Google Shape;653;p76"/>
          <p:cNvSpPr txBox="1"/>
          <p:nvPr>
            <p:ph idx="1" type="body"/>
          </p:nvPr>
        </p:nvSpPr>
        <p:spPr>
          <a:xfrm>
            <a:off x="311700" y="1152475"/>
            <a:ext cx="8419200" cy="3657000"/>
          </a:xfrm>
          <a:prstGeom prst="rect">
            <a:avLst/>
          </a:prstGeom>
          <a:ln cap="flat" cmpd="sng" w="9525">
            <a:solidFill>
              <a:schemeClr val="lt1"/>
            </a:solidFill>
            <a:prstDash val="solid"/>
            <a:round/>
            <a:headEnd len="sm" w="sm" type="none"/>
            <a:tailEnd len="sm" w="sm" type="none"/>
          </a:ln>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highlight>
                  <a:srgbClr val="FFF2CC"/>
                </a:highlight>
              </a:rPr>
              <a:t>It accurately tracks what humans care about</a:t>
            </a:r>
            <a:endParaRPr sz="2300">
              <a:highlight>
                <a:srgbClr val="FFF2CC"/>
              </a:highlight>
            </a:endParaRPr>
          </a:p>
          <a:p>
            <a:pPr indent="-374650" lvl="0" marL="457200" rtl="0" algn="l">
              <a:spcBef>
                <a:spcPts val="900"/>
              </a:spcBef>
              <a:spcAft>
                <a:spcPts val="0"/>
              </a:spcAft>
              <a:buClr>
                <a:schemeClr val="dk1"/>
              </a:buClr>
              <a:buSzPts val="2300"/>
              <a:buChar char="●"/>
            </a:pPr>
            <a:r>
              <a:rPr lang="en" sz="2300">
                <a:highlight>
                  <a:srgbClr val="FFF2CC"/>
                </a:highlight>
              </a:rPr>
              <a:t>Measures broad abilities of agent models capabilities</a:t>
            </a:r>
            <a:endParaRPr sz="2300">
              <a:highlight>
                <a:srgbClr val="FFF2CC"/>
              </a:highlight>
            </a:endParaRPr>
          </a:p>
          <a:p>
            <a:pPr indent="-374650" lvl="0" marL="457200" rtl="0" algn="l">
              <a:spcBef>
                <a:spcPts val="900"/>
              </a:spcBef>
              <a:spcAft>
                <a:spcPts val="0"/>
              </a:spcAft>
              <a:buClr>
                <a:schemeClr val="dk1"/>
              </a:buClr>
              <a:buSzPts val="2300"/>
              <a:buChar char="●"/>
            </a:pPr>
            <a:r>
              <a:rPr lang="en" sz="2300">
                <a:highlight>
                  <a:srgbClr val="FFFF00"/>
                </a:highlight>
              </a:rPr>
              <a:t>Automatic - Can be done without additional human effort</a:t>
            </a:r>
            <a:endParaRPr sz="2300">
              <a:highlight>
                <a:srgbClr val="FFFF00"/>
              </a:highlight>
            </a:endParaRPr>
          </a:p>
          <a:p>
            <a:pPr indent="-374650" lvl="0" marL="457200" rtl="0" algn="l">
              <a:spcBef>
                <a:spcPts val="900"/>
              </a:spcBef>
              <a:spcAft>
                <a:spcPts val="0"/>
              </a:spcAft>
              <a:buClr>
                <a:schemeClr val="dk1"/>
              </a:buClr>
              <a:buSzPts val="2300"/>
              <a:buChar char="●"/>
            </a:pPr>
            <a:r>
              <a:rPr lang="en" sz="2300" strike="sngStrike"/>
              <a:t>Reproducible - Consistently produces same outcome</a:t>
            </a:r>
            <a:endParaRPr sz="2300" strike="sngStrike"/>
          </a:p>
          <a:p>
            <a:pPr indent="-374650" lvl="0" marL="457200" rtl="0" algn="l">
              <a:spcBef>
                <a:spcPts val="900"/>
              </a:spcBef>
              <a:spcAft>
                <a:spcPts val="200"/>
              </a:spcAft>
              <a:buClr>
                <a:schemeClr val="dk1"/>
              </a:buClr>
              <a:buSzPts val="2300"/>
              <a:buChar char="●"/>
            </a:pPr>
            <a:r>
              <a:rPr lang="en" sz="2300">
                <a:highlight>
                  <a:srgbClr val="FFF2CC"/>
                </a:highlight>
              </a:rPr>
              <a:t>Ranks models - better models do better than worse ones</a:t>
            </a:r>
            <a:endParaRPr sz="1900">
              <a:highlight>
                <a:srgbClr val="FFF2CC"/>
              </a:high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7"/>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LLM as Judge</a:t>
            </a:r>
            <a:endParaRPr/>
          </a:p>
        </p:txBody>
      </p:sp>
      <p:sp>
        <p:nvSpPr>
          <p:cNvPr id="659" name="Google Shape;659;p77"/>
          <p:cNvSpPr txBox="1"/>
          <p:nvPr>
            <p:ph idx="1" type="body"/>
          </p:nvPr>
        </p:nvSpPr>
        <p:spPr>
          <a:xfrm>
            <a:off x="258024" y="832757"/>
            <a:ext cx="8725200" cy="4022100"/>
          </a:xfrm>
          <a:prstGeom prst="rect">
            <a:avLst/>
          </a:prstGeom>
        </p:spPr>
        <p:txBody>
          <a:bodyPr anchorCtr="0" anchor="t" bIns="34275" lIns="0" spcFirstLastPara="1" rIns="0" wrap="square" tIns="34275">
            <a:normAutofit/>
          </a:bodyPr>
          <a:lstStyle/>
          <a:p>
            <a:pPr indent="0" lvl="0" marL="0" rtl="0" algn="l">
              <a:spcBef>
                <a:spcPts val="900"/>
              </a:spcBef>
              <a:spcAft>
                <a:spcPts val="200"/>
              </a:spcAft>
              <a:buNone/>
            </a:pPr>
            <a:r>
              <a:rPr lang="en"/>
              <a:t>See student presentation this week</a:t>
            </a:r>
            <a:endParaRPr/>
          </a:p>
        </p:txBody>
      </p:sp>
      <p:pic>
        <p:nvPicPr>
          <p:cNvPr id="660" name="Google Shape;660;p77" title="Screenshot 2026-02-22 at 10.28.18 AM.png"/>
          <p:cNvPicPr preferRelativeResize="0"/>
          <p:nvPr/>
        </p:nvPicPr>
        <p:blipFill>
          <a:blip r:embed="rId3">
            <a:alphaModFix/>
          </a:blip>
          <a:stretch>
            <a:fillRect/>
          </a:stretch>
        </p:blipFill>
        <p:spPr>
          <a:xfrm>
            <a:off x="3578425" y="300450"/>
            <a:ext cx="5179801" cy="43552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8"/>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Extension:</a:t>
            </a:r>
            <a:r>
              <a:rPr lang="en"/>
              <a:t> Agent as Judge</a:t>
            </a:r>
            <a:endParaRPr/>
          </a:p>
        </p:txBody>
      </p:sp>
      <p:sp>
        <p:nvSpPr>
          <p:cNvPr id="666" name="Google Shape;666;p78"/>
          <p:cNvSpPr txBox="1"/>
          <p:nvPr/>
        </p:nvSpPr>
        <p:spPr>
          <a:xfrm>
            <a:off x="2842800" y="4560200"/>
            <a:ext cx="63012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rgbClr val="3F3F3F"/>
                </a:solidFill>
              </a:rPr>
              <a:t>Mind2Web 2: Evaluating Agentic Search with Agent-as-a-Judge</a:t>
            </a:r>
            <a:endParaRPr sz="1100">
              <a:solidFill>
                <a:srgbClr val="3F3F3F"/>
              </a:solidFill>
            </a:endParaRPr>
          </a:p>
        </p:txBody>
      </p:sp>
      <p:pic>
        <p:nvPicPr>
          <p:cNvPr id="667" name="Google Shape;667;p78" title="Screenshot 2026-02-22 at 10.29.30 AM.png"/>
          <p:cNvPicPr preferRelativeResize="0"/>
          <p:nvPr/>
        </p:nvPicPr>
        <p:blipFill>
          <a:blip r:embed="rId3">
            <a:alphaModFix/>
          </a:blip>
          <a:stretch>
            <a:fillRect/>
          </a:stretch>
        </p:blipFill>
        <p:spPr>
          <a:xfrm>
            <a:off x="1531050" y="893071"/>
            <a:ext cx="6353548" cy="351472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9"/>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Other evaluation problems</a:t>
            </a:r>
            <a:endParaRPr/>
          </a:p>
        </p:txBody>
      </p:sp>
      <p:sp>
        <p:nvSpPr>
          <p:cNvPr id="673" name="Google Shape;673;p79"/>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Data leakage - are your tasks already in the training set?</a:t>
            </a:r>
            <a:endParaRPr sz="2300"/>
          </a:p>
          <a:p>
            <a:pPr indent="-374650" lvl="0" marL="457200" rtl="0" algn="l">
              <a:spcBef>
                <a:spcPts val="900"/>
              </a:spcBef>
              <a:spcAft>
                <a:spcPts val="0"/>
              </a:spcAft>
              <a:buClr>
                <a:schemeClr val="dk1"/>
              </a:buClr>
              <a:buSzPts val="2300"/>
              <a:buChar char="●"/>
            </a:pPr>
            <a:r>
              <a:rPr lang="en" sz="2300"/>
              <a:t>Agent tasks are complicated difficult</a:t>
            </a:r>
            <a:endParaRPr sz="2300"/>
          </a:p>
          <a:p>
            <a:pPr indent="-374650" lvl="0" marL="457200" rtl="0" algn="l">
              <a:spcBef>
                <a:spcPts val="900"/>
              </a:spcBef>
              <a:spcAft>
                <a:spcPts val="0"/>
              </a:spcAft>
              <a:buClr>
                <a:schemeClr val="dk1"/>
              </a:buClr>
              <a:buSzPts val="2300"/>
              <a:buChar char="●"/>
            </a:pPr>
            <a:r>
              <a:rPr lang="en" sz="2300"/>
              <a:t>Agent tasks are often ambiguous</a:t>
            </a:r>
            <a:endParaRPr sz="2300"/>
          </a:p>
          <a:p>
            <a:pPr indent="-374650" lvl="0" marL="457200" rtl="0" algn="l">
              <a:spcBef>
                <a:spcPts val="900"/>
              </a:spcBef>
              <a:spcAft>
                <a:spcPts val="0"/>
              </a:spcAft>
              <a:buClr>
                <a:schemeClr val="dk1"/>
              </a:buClr>
              <a:buSzPts val="2300"/>
              <a:buChar char="●"/>
            </a:pPr>
            <a:r>
              <a:rPr lang="en" sz="2300"/>
              <a:t>Agents can often find “shortcuts” in evaluations</a:t>
            </a:r>
            <a:endParaRPr sz="2300"/>
          </a:p>
          <a:p>
            <a:pPr indent="-374650" lvl="0" marL="457200" rtl="0" algn="l">
              <a:spcBef>
                <a:spcPts val="900"/>
              </a:spcBef>
              <a:spcAft>
                <a:spcPts val="200"/>
              </a:spcAft>
              <a:buClr>
                <a:schemeClr val="dk1"/>
              </a:buClr>
              <a:buSzPts val="2300"/>
              <a:buChar char="●"/>
            </a:pPr>
            <a:r>
              <a:rPr lang="en" sz="2300"/>
              <a:t>Is </a:t>
            </a:r>
            <a:r>
              <a:rPr lang="en" sz="2300"/>
              <a:t>accuracy</a:t>
            </a:r>
            <a:r>
              <a:rPr lang="en" sz="2300"/>
              <a:t> the right measure (cost? partial completion?)</a:t>
            </a:r>
            <a:endParaRPr sz="23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80"/>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As you think about your projects</a:t>
            </a:r>
            <a:endParaRPr/>
          </a:p>
        </p:txBody>
      </p:sp>
      <p:sp>
        <p:nvSpPr>
          <p:cNvPr id="679" name="Google Shape;679;p80"/>
          <p:cNvSpPr txBox="1"/>
          <p:nvPr>
            <p:ph idx="1" type="body"/>
          </p:nvPr>
        </p:nvSpPr>
        <p:spPr>
          <a:xfrm>
            <a:off x="311700" y="1152475"/>
            <a:ext cx="8419200" cy="3657000"/>
          </a:xfrm>
          <a:prstGeom prst="rect">
            <a:avLst/>
          </a:prstGeom>
        </p:spPr>
        <p:txBody>
          <a:bodyPr anchorCtr="0" anchor="t" bIns="34275" lIns="0" spcFirstLastPara="1" rIns="0" wrap="square" tIns="34275">
            <a:normAutofit/>
          </a:bodyPr>
          <a:lstStyle/>
          <a:p>
            <a:pPr indent="-374650" lvl="0" marL="457200" rtl="0" algn="l">
              <a:spcBef>
                <a:spcPts val="900"/>
              </a:spcBef>
              <a:spcAft>
                <a:spcPts val="0"/>
              </a:spcAft>
              <a:buClr>
                <a:schemeClr val="dk1"/>
              </a:buClr>
              <a:buSzPts val="2300"/>
              <a:buChar char="●"/>
            </a:pPr>
            <a:r>
              <a:rPr lang="en" sz="2300"/>
              <a:t>Need to think about evaluation</a:t>
            </a:r>
            <a:endParaRPr sz="2300"/>
          </a:p>
          <a:p>
            <a:pPr indent="-374650" lvl="0" marL="457200" rtl="0" algn="l">
              <a:spcBef>
                <a:spcPts val="900"/>
              </a:spcBef>
              <a:spcAft>
                <a:spcPts val="0"/>
              </a:spcAft>
              <a:buClr>
                <a:schemeClr val="dk1"/>
              </a:buClr>
              <a:buSzPts val="2300"/>
              <a:buChar char="●"/>
            </a:pPr>
            <a:r>
              <a:rPr lang="en" sz="2300"/>
              <a:t>What is important to measure for your system?</a:t>
            </a:r>
            <a:endParaRPr sz="2300"/>
          </a:p>
          <a:p>
            <a:pPr indent="-374650" lvl="0" marL="457200" rtl="0" algn="l">
              <a:spcBef>
                <a:spcPts val="900"/>
              </a:spcBef>
              <a:spcAft>
                <a:spcPts val="0"/>
              </a:spcAft>
              <a:buClr>
                <a:schemeClr val="dk1"/>
              </a:buClr>
              <a:buSzPts val="2300"/>
              <a:buChar char="●"/>
            </a:pPr>
            <a:r>
              <a:rPr lang="en" sz="2300"/>
              <a:t>What evaluation can you do in a short time </a:t>
            </a:r>
            <a:endParaRPr sz="2300"/>
          </a:p>
          <a:p>
            <a:pPr indent="-374650" lvl="0" marL="457200" rtl="0" algn="l">
              <a:spcBef>
                <a:spcPts val="900"/>
              </a:spcBef>
              <a:spcAft>
                <a:spcPts val="200"/>
              </a:spcAft>
              <a:buClr>
                <a:schemeClr val="dk1"/>
              </a:buClr>
              <a:buSzPts val="2300"/>
              <a:buChar char="●"/>
            </a:pPr>
            <a:r>
              <a:rPr lang="en" sz="2300"/>
              <a:t>You probably have to compromise somewhere</a:t>
            </a:r>
            <a:endParaRPr sz="23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1"/>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Any Questions</a:t>
            </a:r>
            <a:endParaRPr/>
          </a:p>
        </p:txBody>
      </p:sp>
      <p:pic>
        <p:nvPicPr>
          <p:cNvPr id="686" name="Google Shape;686;p81"/>
          <p:cNvPicPr preferRelativeResize="0"/>
          <p:nvPr/>
        </p:nvPicPr>
        <p:blipFill>
          <a:blip r:embed="rId3">
            <a:alphaModFix/>
          </a:blip>
          <a:stretch>
            <a:fillRect/>
          </a:stretch>
        </p:blipFill>
        <p:spPr>
          <a:xfrm>
            <a:off x="3500425" y="1331350"/>
            <a:ext cx="2143125" cy="2133600"/>
          </a:xfrm>
          <a:prstGeom prst="rect">
            <a:avLst/>
          </a:prstGeom>
          <a:noFill/>
          <a:ln>
            <a:noFill/>
          </a:ln>
        </p:spPr>
      </p:pic>
      <p:sp>
        <p:nvSpPr>
          <p:cNvPr id="687" name="Google Shape;687;p81"/>
          <p:cNvSpPr txBox="1"/>
          <p:nvPr/>
        </p:nvSpPr>
        <p:spPr>
          <a:xfrm>
            <a:off x="3285150" y="3630314"/>
            <a:ext cx="23706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900">
                <a:solidFill>
                  <a:srgbClr val="3F3F3F"/>
                </a:solidFill>
              </a:rPr>
              <a:t>Questions</a:t>
            </a:r>
            <a:endParaRPr sz="2900">
              <a:solidFill>
                <a:srgbClr val="3F3F3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2"/>
          <p:cNvSpPr txBox="1"/>
          <p:nvPr>
            <p:ph type="title"/>
          </p:nvPr>
        </p:nvSpPr>
        <p:spPr>
          <a:xfrm>
            <a:off x="258024" y="224372"/>
            <a:ext cx="8725200" cy="5163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en"/>
              <a:t>Now for the presentations!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